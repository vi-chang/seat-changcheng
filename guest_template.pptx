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ppt/slides/slideG1.xml" ContentType="application/vnd.openxmlformats-officedocument.presentationml.slide+xml"/>
  <Override PartName="/ppt/slides/slideG2.xml" ContentType="application/vnd.openxmlformats-officedocument.presentationml.slide+xml"/>
  <Override PartName="/ppt/slides/slideG3.xml" ContentType="application/vnd.openxmlformats-officedocument.presentationml.slide+xml"/>
  <Override PartName="/ppt/slides/slideG4.xml" ContentType="application/vnd.openxmlformats-officedocument.presentationml.slide+xml"/>
  <Override PartName="/ppt/slides/slideG5.xml" ContentType="application/vnd.openxmlformats-officedocument.presentationml.slide+xml"/>
  <Override PartName="/ppt/slides/slideG6.xml" ContentType="application/vnd.openxmlformats-officedocument.presentationml.slide+xml"/>
  <Override PartName="/ppt/slides/slideG7.xml" ContentType="application/vnd.openxmlformats-officedocument.presentationml.slide+xml"/>
  <Override PartName="/ppt/slides/slideG8.xml" ContentType="application/vnd.openxmlformats-officedocument.presentationml.slide+xml"/>
  <Override PartName="/ppt/slides/slideG9.xml" ContentType="application/vnd.openxmlformats-officedocument.presentationml.slide+xml"/>
  <Override PartName="/ppt/slides/slideG10.xml" ContentType="application/vnd.openxmlformats-officedocument.presentationml.slide+xml"/>
  <Override PartName="/ppt/slides/slideG11.xml" ContentType="application/vnd.openxmlformats-officedocument.presentationml.slide+xml"/>
  <Override PartName="/ppt/slides/slideG12.xml" ContentType="application/vnd.openxmlformats-officedocument.presentationml.slide+xml"/>
  <Override PartName="/ppt/slides/slideG13.xml" ContentType="application/vnd.openxmlformats-officedocument.presentationml.slide+xml"/>
  <Override PartName="/ppt/slides/slideG14.xml" ContentType="application/vnd.openxmlformats-officedocument.presentationml.slide+xml"/>
  <Override PartName="/ppt/slides/slideG15.xml" ContentType="application/vnd.openxmlformats-officedocument.presentationml.slide+xml"/>
  <Override PartName="/ppt/slides/slideG16.xml" ContentType="application/vnd.openxmlformats-officedocument.presentationml.slide+xml"/>
  <Override PartName="/ppt/slides/slideOP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5" r:id="rId2"/>
  </p:sldMasterIdLst>
  <p:notesMasterIdLst>
    <p:notesMasterId r:id="rId6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2030"/>
    <a:srgbClr val="6466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8FDE51-F87C-411C-8198-C600D6430596}" v="26" dt="2026-07-20T12:46:22.2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96259" autoAdjust="0"/>
  </p:normalViewPr>
  <p:slideViewPr>
    <p:cSldViewPr snapToGrid="0">
      <p:cViewPr varScale="1">
        <p:scale>
          <a:sx n="65" d="100"/>
          <a:sy n="65" d="100"/>
        </p:scale>
        <p:origin x="75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microsoft.com/office/2016/11/relationships/changesInfo" Target="changesInfos/changesInfo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9" Type="http://schemas.openxmlformats.org/officeDocument/2006/relationships/theme" Target="theme/theme1.xml"/><Relationship Id="rId14" Type="http://schemas.microsoft.com/office/2015/10/relationships/revisionInfo" Target="revisionInfo.xml"/><Relationship Id="rId15" Type="http://schemas.openxmlformats.org/officeDocument/2006/relationships/slide" Target="slides/slideG1.xml"/><Relationship Id="rId16" Type="http://schemas.openxmlformats.org/officeDocument/2006/relationships/slide" Target="slides/slideG2.xml"/><Relationship Id="rId17" Type="http://schemas.openxmlformats.org/officeDocument/2006/relationships/slide" Target="slides/slideG3.xml"/><Relationship Id="rId18" Type="http://schemas.openxmlformats.org/officeDocument/2006/relationships/slide" Target="slides/slideG4.xml"/><Relationship Id="rId19" Type="http://schemas.openxmlformats.org/officeDocument/2006/relationships/slide" Target="slides/slideG5.xml"/><Relationship Id="rId20" Type="http://schemas.openxmlformats.org/officeDocument/2006/relationships/slide" Target="slides/slideG6.xml"/><Relationship Id="rId21" Type="http://schemas.openxmlformats.org/officeDocument/2006/relationships/slide" Target="slides/slideG7.xml"/><Relationship Id="rId22" Type="http://schemas.openxmlformats.org/officeDocument/2006/relationships/slide" Target="slides/slideG8.xml"/><Relationship Id="rId23" Type="http://schemas.openxmlformats.org/officeDocument/2006/relationships/slide" Target="slides/slideG9.xml"/><Relationship Id="rId24" Type="http://schemas.openxmlformats.org/officeDocument/2006/relationships/slide" Target="slides/slideG10.xml"/><Relationship Id="rId25" Type="http://schemas.openxmlformats.org/officeDocument/2006/relationships/slide" Target="slides/slideG11.xml"/><Relationship Id="rId26" Type="http://schemas.openxmlformats.org/officeDocument/2006/relationships/slide" Target="slides/slideG12.xml"/><Relationship Id="rId27" Type="http://schemas.openxmlformats.org/officeDocument/2006/relationships/slide" Target="slides/slideG13.xml"/><Relationship Id="rId28" Type="http://schemas.openxmlformats.org/officeDocument/2006/relationships/slide" Target="slides/slideG14.xml"/><Relationship Id="rId29" Type="http://schemas.openxmlformats.org/officeDocument/2006/relationships/slide" Target="slides/slideG15.xml"/><Relationship Id="rId30" Type="http://schemas.openxmlformats.org/officeDocument/2006/relationships/slide" Target="slides/slideG16.xml"/><Relationship Id="rId31" Type="http://schemas.openxmlformats.org/officeDocument/2006/relationships/slide" Target="slides/slideOP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淑媛 許" userId="1c0f17ce3ea119f5" providerId="LiveId" clId="{0181FE6C-EB77-4D9C-AD96-779DB58E5BA6}"/>
    <pc:docChg chg="modSld">
      <pc:chgData name="淑媛 許" userId="1c0f17ce3ea119f5" providerId="LiveId" clId="{0181FE6C-EB77-4D9C-AD96-779DB58E5BA6}" dt="2026-07-20T13:17:49.959" v="97" actId="1076"/>
      <pc:docMkLst>
        <pc:docMk/>
      </pc:docMkLst>
      <pc:sldChg chg="modSp mod">
        <pc:chgData name="淑媛 許" userId="1c0f17ce3ea119f5" providerId="LiveId" clId="{0181FE6C-EB77-4D9C-AD96-779DB58E5BA6}" dt="2026-07-20T13:17:49.959" v="97" actId="1076"/>
        <pc:sldMkLst>
          <pc:docMk/>
          <pc:sldMk cId="180614068" sldId="2007579231"/>
        </pc:sldMkLst>
        <pc:spChg chg="mod">
          <ac:chgData name="淑媛 許" userId="1c0f17ce3ea119f5" providerId="LiveId" clId="{0181FE6C-EB77-4D9C-AD96-779DB58E5BA6}" dt="2026-07-20T13:17:11.437" v="85" actId="1076"/>
          <ac:spMkLst>
            <pc:docMk/>
            <pc:sldMk cId="180614068" sldId="2007579231"/>
            <ac:spMk id="38" creationId="{38A38C47-1483-EB83-2403-39C7992B115C}"/>
          </ac:spMkLst>
        </pc:spChg>
        <pc:spChg chg="mod">
          <ac:chgData name="淑媛 許" userId="1c0f17ce3ea119f5" providerId="LiveId" clId="{0181FE6C-EB77-4D9C-AD96-779DB58E5BA6}" dt="2026-07-20T13:15:53.697" v="11" actId="20577"/>
          <ac:spMkLst>
            <pc:docMk/>
            <pc:sldMk cId="180614068" sldId="2007579231"/>
            <ac:spMk id="44" creationId="{10CF0A97-3D10-7620-282A-FA06E4A07186}"/>
          </ac:spMkLst>
        </pc:spChg>
        <pc:spChg chg="mod">
          <ac:chgData name="淑媛 許" userId="1c0f17ce3ea119f5" providerId="LiveId" clId="{0181FE6C-EB77-4D9C-AD96-779DB58E5BA6}" dt="2026-07-20T13:17:18.651" v="87" actId="1076"/>
          <ac:spMkLst>
            <pc:docMk/>
            <pc:sldMk cId="180614068" sldId="2007579231"/>
            <ac:spMk id="49" creationId="{24556830-645C-830A-4A52-B4B63A9AFF6F}"/>
          </ac:spMkLst>
        </pc:spChg>
        <pc:spChg chg="mod">
          <ac:chgData name="淑媛 許" userId="1c0f17ce3ea119f5" providerId="LiveId" clId="{0181FE6C-EB77-4D9C-AD96-779DB58E5BA6}" dt="2026-07-20T13:17:49.959" v="97" actId="1076"/>
          <ac:spMkLst>
            <pc:docMk/>
            <pc:sldMk cId="180614068" sldId="2007579231"/>
            <ac:spMk id="61" creationId="{2D942A92-19B1-098C-76D4-320949BD3C6B}"/>
          </ac:spMkLst>
        </pc:spChg>
      </pc:sldChg>
      <pc:sldChg chg="modSp mod">
        <pc:chgData name="淑媛 許" userId="1c0f17ce3ea119f5" providerId="LiveId" clId="{0181FE6C-EB77-4D9C-AD96-779DB58E5BA6}" dt="2026-07-20T13:17:40.403" v="96" actId="1076"/>
        <pc:sldMkLst>
          <pc:docMk/>
          <pc:sldMk cId="1713410874" sldId="2007579234"/>
        </pc:sldMkLst>
        <pc:spChg chg="mod">
          <ac:chgData name="淑媛 許" userId="1c0f17ce3ea119f5" providerId="LiveId" clId="{0181FE6C-EB77-4D9C-AD96-779DB58E5BA6}" dt="2026-07-20T13:17:34.343" v="94" actId="1076"/>
          <ac:spMkLst>
            <pc:docMk/>
            <pc:sldMk cId="1713410874" sldId="2007579234"/>
            <ac:spMk id="3" creationId="{6DA1D77B-6C1F-AD93-4E99-D82A8834596E}"/>
          </ac:spMkLst>
        </pc:spChg>
        <pc:spChg chg="mod">
          <ac:chgData name="淑媛 許" userId="1c0f17ce3ea119f5" providerId="LiveId" clId="{0181FE6C-EB77-4D9C-AD96-779DB58E5BA6}" dt="2026-07-20T13:17:40.403" v="96" actId="1076"/>
          <ac:spMkLst>
            <pc:docMk/>
            <pc:sldMk cId="1713410874" sldId="2007579234"/>
            <ac:spMk id="38" creationId="{9A8D3F2E-E8B5-9348-497A-027885189D90}"/>
          </ac:spMkLst>
        </pc:spChg>
        <pc:spChg chg="mod">
          <ac:chgData name="淑媛 許" userId="1c0f17ce3ea119f5" providerId="LiveId" clId="{0181FE6C-EB77-4D9C-AD96-779DB58E5BA6}" dt="2026-07-20T13:17:28.055" v="93" actId="20577"/>
          <ac:spMkLst>
            <pc:docMk/>
            <pc:sldMk cId="1713410874" sldId="2007579234"/>
            <ac:spMk id="49" creationId="{6BAB843F-3E51-0552-7818-3992222EB7C3}"/>
          </ac:spMkLst>
        </pc:spChg>
        <pc:spChg chg="mod">
          <ac:chgData name="淑媛 許" userId="1c0f17ce3ea119f5" providerId="LiveId" clId="{0181FE6C-EB77-4D9C-AD96-779DB58E5BA6}" dt="2026-07-20T13:17:38.430" v="95" actId="1076"/>
          <ac:spMkLst>
            <pc:docMk/>
            <pc:sldMk cId="1713410874" sldId="2007579234"/>
            <ac:spMk id="61" creationId="{CCCF09FC-F408-5A0F-8E9F-B249C8D54C5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472D82-54F0-46E8-B623-E01C540F4FA5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45832E-FB14-4573-9660-3504A3997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160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7E58A23-A55E-4A3E-AC76-54DCAF7EBC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21570" y="4441118"/>
            <a:ext cx="4670430" cy="2445757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xmlns="" id="{CB46FE5D-3742-4427-9C5B-94ED5EE98C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3774567"/>
            <a:ext cx="12192000" cy="16557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5400" b="1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xmlns="" id="{0E064D76-1222-D969-F4A4-AD419542544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97" b="30012"/>
          <a:stretch>
            <a:fillRect/>
          </a:stretch>
        </p:blipFill>
        <p:spPr>
          <a:xfrm>
            <a:off x="48780" y="301926"/>
            <a:ext cx="12094437" cy="366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487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xmlns="" id="{ACB03896-1836-41B9-A806-B5F36E2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17" y="6449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9D4A6CE3-C6CD-4F12-A37E-7F5614E32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4928" y="1062625"/>
            <a:ext cx="11169650" cy="451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05577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425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553F0AD-3B13-4F44-A3E7-9E4FF959C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0947" y="1894865"/>
            <a:ext cx="4633165" cy="40536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849" y="536713"/>
            <a:ext cx="4650263" cy="1182756"/>
          </a:xfrm>
        </p:spPr>
        <p:txBody>
          <a:bodyPr>
            <a:noAutofit/>
          </a:bodyPr>
          <a:lstStyle>
            <a:lvl1pPr marL="0" indent="0">
              <a:buNone/>
              <a:defRPr sz="3200" b="1" baseline="0"/>
            </a:lvl1pPr>
          </a:lstStyle>
          <a:p>
            <a:pPr lvl="0"/>
            <a:r>
              <a:rPr lang="en-US"/>
              <a:t>Click to edit Master Title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xmlns="" id="{9778B11E-866D-314C-BBC2-98B616473B29}"/>
              </a:ext>
            </a:extLst>
          </p:cNvPr>
          <p:cNvSpPr/>
          <p:nvPr userDrawn="1"/>
        </p:nvSpPr>
        <p:spPr>
          <a:xfrm rot="5400000">
            <a:off x="5888749" y="656994"/>
            <a:ext cx="2124949" cy="2124949"/>
          </a:xfrm>
          <a:prstGeom prst="rtTriangle">
            <a:avLst/>
          </a:prstGeom>
          <a:solidFill>
            <a:srgbClr val="CF203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xmlns="" id="{A0068319-38CA-416F-9C63-2CD7C3ECD0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5910" y="1036061"/>
            <a:ext cx="5033400" cy="471332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48209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679070-5776-406C-8382-D7F41968F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6AA7636-6A95-4962-8FC3-CD9A09889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60835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BDCAA939-0FF4-4CB2-997A-32C484386D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11182" y="2079171"/>
            <a:ext cx="9180818" cy="480770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xmlns="" id="{B5913E43-253A-4125-B6B5-4CEF7FFE1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509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35556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6A0CE6-DD4D-4A54-BB74-EAA301F3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80A86A5-11A9-420F-A5E0-3221F4CF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99933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DC0A4F7-B89C-4624-8C53-A901EAA33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619" y="1058579"/>
            <a:ext cx="5490797" cy="43255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16ACEA7-0846-429C-BA19-B33ACF12A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0816" y="1058579"/>
            <a:ext cx="552596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xmlns="" id="{E1BF993A-EF70-465C-BBD6-E10F4F0D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19" y="2403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449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0D045EC-518F-4A5B-9F10-F6FEAAD3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999" y="1075713"/>
            <a:ext cx="546857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FE8D648-BB84-4A24-8F33-2462403CD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004" y="1922143"/>
            <a:ext cx="546857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C66C91A6-CB77-4929-9C80-01DECAA5A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98231"/>
            <a:ext cx="5525964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F2D644D-1145-4DCC-BBAE-6BEE7AAE6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22143"/>
            <a:ext cx="5525964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xmlns="" id="{B22D4903-112B-4623-B6AC-0777EBA3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04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88797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xmlns="" id="{FD586FA4-FBF2-4332-BD92-04788C6B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419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565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A07686-6B32-40F2-919E-6A8EB10D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36" y="457200"/>
            <a:ext cx="424009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733C33F-B546-4CFD-8127-11D65F95A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476876" cy="54038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BA53DEC-61C0-4EB7-ADA5-282445E84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1936" y="2057400"/>
            <a:ext cx="424009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99719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AB93BC-A4EE-4971-96B7-77BDA44C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04" y="457200"/>
            <a:ext cx="420492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2F60CEB7-776C-49E4-9FB9-6F88017A7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492997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FE5D677-6E29-4736-9C43-A3EADE65C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104" y="2057400"/>
            <a:ext cx="420492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72025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62783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1BE9B1-6441-CE01-28F3-D2D333967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577FB5-A792-0921-0120-8887A315C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99252A-CD20-994B-42CD-AD17D361BD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24753D3-7762-7ED0-651F-7FF303B13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9D724E9-7963-8438-0D14-4EDDF71E1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549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865AA2-B366-D885-7CFB-D70811EC2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81D9A0E-9848-0E61-32AB-FE69F5AE0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4FDCF49-A000-0977-855E-F361039A17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982A8F5-9A57-1E43-4C0B-D35372D5F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5B9E6A6-66D5-B4B6-4A2A-689DCD8A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371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B8602E-7E09-96E9-C061-E7E79B9A5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81424E5-B335-A540-E35D-87D4E5BC30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27F86A0-C5DF-E8D5-D932-9CCBE5E54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5F4157E-96B5-CACF-F899-2B12BCBE8E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7/28/2026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ECD67E2-E385-B110-D11F-0D7D68F98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CB9D50D-EEB9-E27A-F03D-57571F460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9776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00D120-CEB0-77EC-415B-3605A44D5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6D87968-7935-CE06-1399-743CD0A22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034F195-ABCF-EC39-1353-EE4CAB6E0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53AC8C40-201D-AB2D-0C70-D0105460CE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3A0FA84-C6E0-38F4-333B-1F851EF559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EA307A94-DC60-7111-A232-171F0CE62B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39F30F02-D3D1-D63A-1905-E41B9E55A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A4D9B191-A8E8-5B0D-C7AF-681184E4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357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52DE15E-9FA9-5429-3024-CE48703CC3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9959EFB-D90A-D972-79DA-56A55F43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D83E7C1-F229-B6D8-F7FC-1B4A16997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6660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1970473-2061-22C9-A43B-2EC081B54A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1E932C2-4D3D-6345-BAE1-B5634957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3FFE59C-1596-F1B6-0395-8DA539D91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8999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A6A0B5-7694-87B9-105A-623F90F27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7BDE02A-BBEA-CB41-9DB3-EAD13B0FA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272DE65-7608-7AE1-6F4A-F3454E6A0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1D38395-4665-B3C3-B83B-ECE0AAF97D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D6E68FB-3091-B100-B80E-333517270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4DC1DE1-9C5A-E0F8-5A24-37005DD91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5149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410C66-5233-C4C7-0C98-FF35DB30C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6D8F84FD-D32F-AA0A-5602-FA6F4D71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52B4F0E-B100-DCA4-CA18-12F574311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71AF580-060A-F705-420C-5639CAA8F2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F985977-BC6A-45A9-A908-FF5B154E6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E185760-9AD1-DB91-0F6A-50B137F77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6179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15D2DD-EB04-979E-FD7E-A56AD2269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BC06635-D33F-E173-CAEF-1DB49237A0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A5CBE4A-FB3D-3915-280F-71383F79DD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A8AB419-EBA3-6ECE-D46C-031AC0858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7900483-ED66-7ACB-8082-586F4A42D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2646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EFD5E852-7C70-8944-BDD7-1F16FC428C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6F746B9-5C08-A2EE-0494-9BCA78ACD0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67A181D-F2FB-DD49-0486-E9945ED774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AEE1A32-2B02-C3B0-210A-7D4709146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522E09A-D518-32E7-74A6-225497D68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10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6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8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tunnel with light streaks&#10;&#10;AI-generated content may be incorrect.">
            <a:extLst>
              <a:ext uri="{FF2B5EF4-FFF2-40B4-BE49-F238E27FC236}">
                <a16:creationId xmlns:a16="http://schemas.microsoft.com/office/drawing/2014/main" xmlns="" id="{55447C8C-87B9-D52F-CE40-720456B3708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CDA02FF0-C809-8646-916E-1F5576177580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68097" y="5813346"/>
            <a:ext cx="2033474" cy="1064866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xmlns="" id="{C51039D2-5428-4F9C-983B-E871C7C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785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382E9E18-8709-465F-B920-AAE11B630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17" y="1062790"/>
            <a:ext cx="11169161" cy="4528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xmlns="" id="{69168D86-C843-F7C8-72CE-142F62CE849C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775" b="38319"/>
          <a:stretch>
            <a:fillRect/>
          </a:stretch>
        </p:blipFill>
        <p:spPr>
          <a:xfrm>
            <a:off x="0" y="6055743"/>
            <a:ext cx="3163468" cy="72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68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CD7F715-A3BE-99A7-DD30-FA13C5B12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1F8F1AC-83A4-FBD7-99F2-DFB5FC4CF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92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descr="A black and red background&#10;&#10;Description automatically generated">
            <a:extLst>
              <a:ext uri="{FF2B5EF4-FFF2-40B4-BE49-F238E27FC236}">
                <a16:creationId xmlns:a16="http://schemas.microsoft.com/office/drawing/2014/main" xmlns="" id="{0DEAF9BE-D8A2-9F50-1C55-2BF99183804E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147" y="5729183"/>
            <a:ext cx="2150853" cy="112881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74AD6073-5065-E5F0-E466-98F59A2F5EC8}"/>
              </a:ext>
            </a:extLst>
          </p:cNvPr>
          <p:cNvGrpSpPr/>
          <p:nvPr userDrawn="1"/>
        </p:nvGrpSpPr>
        <p:grpSpPr>
          <a:xfrm>
            <a:off x="197111" y="6089191"/>
            <a:ext cx="2873888" cy="672498"/>
            <a:chOff x="197111" y="6089191"/>
            <a:chExt cx="2873888" cy="672498"/>
          </a:xfrm>
        </p:grpSpPr>
        <p:pic>
          <p:nvPicPr>
            <p:cNvPr id="5" name="Picture 4" descr="A red and black letter&#10;&#10;AI-generated content may be incorrect.">
              <a:extLst>
                <a:ext uri="{FF2B5EF4-FFF2-40B4-BE49-F238E27FC236}">
                  <a16:creationId xmlns:a16="http://schemas.microsoft.com/office/drawing/2014/main" xmlns="" id="{C4FDD378-0391-4824-5E7F-1CBE52BC98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11" y="6389802"/>
              <a:ext cx="881192" cy="338106"/>
            </a:xfrm>
            <a:prstGeom prst="rect">
              <a:avLst/>
            </a:prstGeom>
          </p:spPr>
        </p:pic>
        <p:pic>
          <p:nvPicPr>
            <p:cNvPr id="9" name="Picture 8" descr="A black background with red text&#10;&#10;AI-generated content may be incorrect.">
              <a:extLst>
                <a:ext uri="{FF2B5EF4-FFF2-40B4-BE49-F238E27FC236}">
                  <a16:creationId xmlns:a16="http://schemas.microsoft.com/office/drawing/2014/main" xmlns="" id="{455F14C5-3FFA-93F6-C7D8-70AE5EAEF0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434" t="33196" r="13680" b="35670"/>
            <a:stretch>
              <a:fillRect/>
            </a:stretch>
          </p:blipFill>
          <p:spPr>
            <a:xfrm>
              <a:off x="1130059" y="6089191"/>
              <a:ext cx="1940940" cy="6724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4558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G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G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G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G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G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G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G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G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G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G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G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G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G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G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G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G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OP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G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4C9FC0D-04C7-9CDD-F82E-B9BCA948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矩形 2">
            <a:extLst>
              <a:ext uri="{FF2B5EF4-FFF2-40B4-BE49-F238E27FC236}">
                <a16:creationId xmlns:a16="http://schemas.microsoft.com/office/drawing/2014/main" xmlns="" id="{5D6DAABF-D057-E96D-98C3-C235BE9EAD8D}"/>
              </a:ext>
            </a:extLst>
          </p:cNvPr>
          <p:cNvGrpSpPr/>
          <p:nvPr/>
        </p:nvGrpSpPr>
        <p:grpSpPr>
          <a:xfrm>
            <a:off x="1771191" y="5831987"/>
            <a:ext cx="1178659" cy="383780"/>
            <a:chOff x="-1" y="0"/>
            <a:chExt cx="1178657" cy="383778"/>
          </a:xfrm>
        </p:grpSpPr>
        <p:sp>
          <p:nvSpPr>
            <p:cNvPr id="5" name="矩形">
              <a:extLst>
                <a:ext uri="{FF2B5EF4-FFF2-40B4-BE49-F238E27FC236}">
                  <a16:creationId xmlns:a16="http://schemas.microsoft.com/office/drawing/2014/main" xmlns="" id="{CBC5F700-2CB3-4CA1-6EE6-8B65700EF1F7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" name="金融投資">
              <a:extLst>
                <a:ext uri="{FF2B5EF4-FFF2-40B4-BE49-F238E27FC236}">
                  <a16:creationId xmlns:a16="http://schemas.microsoft.com/office/drawing/2014/main" xmlns="" id="{72175538-B2BE-E4E4-EFD1-C073FD90CEA9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金融投資</a:t>
              </a:r>
            </a:p>
          </p:txBody>
        </p:sp>
      </p:grpSp>
      <p:grpSp>
        <p:nvGrpSpPr>
          <p:cNvPr id="7" name="矩形 2">
            <a:extLst>
              <a:ext uri="{FF2B5EF4-FFF2-40B4-BE49-F238E27FC236}">
                <a16:creationId xmlns:a16="http://schemas.microsoft.com/office/drawing/2014/main" xmlns="" id="{783FA7C6-08B2-D9FF-2FCE-D5F94D8A267E}"/>
              </a:ext>
            </a:extLst>
          </p:cNvPr>
          <p:cNvGrpSpPr/>
          <p:nvPr/>
        </p:nvGrpSpPr>
        <p:grpSpPr>
          <a:xfrm>
            <a:off x="3017511" y="5831987"/>
            <a:ext cx="1178659" cy="383780"/>
            <a:chOff x="-1" y="0"/>
            <a:chExt cx="1178657" cy="383778"/>
          </a:xfrm>
        </p:grpSpPr>
        <p:sp>
          <p:nvSpPr>
            <p:cNvPr id="8" name="矩形">
              <a:extLst>
                <a:ext uri="{FF2B5EF4-FFF2-40B4-BE49-F238E27FC236}">
                  <a16:creationId xmlns:a16="http://schemas.microsoft.com/office/drawing/2014/main" xmlns="" id="{737BE9B1-C068-8950-4AAE-8AB5380957B8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" name="品牌推廣">
              <a:extLst>
                <a:ext uri="{FF2B5EF4-FFF2-40B4-BE49-F238E27FC236}">
                  <a16:creationId xmlns:a16="http://schemas.microsoft.com/office/drawing/2014/main" xmlns="" id="{4F1669A1-5291-9DEC-1BE9-D1BB03174833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品牌推廣</a:t>
              </a:r>
            </a:p>
          </p:txBody>
        </p:sp>
      </p:grpSp>
      <p:grpSp>
        <p:nvGrpSpPr>
          <p:cNvPr id="10" name="矩形 2">
            <a:extLst>
              <a:ext uri="{FF2B5EF4-FFF2-40B4-BE49-F238E27FC236}">
                <a16:creationId xmlns:a16="http://schemas.microsoft.com/office/drawing/2014/main" xmlns="" id="{7FAF0CBB-E577-255F-C8AA-C2D59E1813CD}"/>
              </a:ext>
            </a:extLst>
          </p:cNvPr>
          <p:cNvGrpSpPr/>
          <p:nvPr/>
        </p:nvGrpSpPr>
        <p:grpSpPr>
          <a:xfrm>
            <a:off x="4254469" y="5831987"/>
            <a:ext cx="1178659" cy="383780"/>
            <a:chOff x="-1" y="0"/>
            <a:chExt cx="1178657" cy="383778"/>
          </a:xfrm>
        </p:grpSpPr>
        <p:sp>
          <p:nvSpPr>
            <p:cNvPr id="11" name="矩形">
              <a:extLst>
                <a:ext uri="{FF2B5EF4-FFF2-40B4-BE49-F238E27FC236}">
                  <a16:creationId xmlns:a16="http://schemas.microsoft.com/office/drawing/2014/main" xmlns="" id="{2C0E2AA6-3245-4DB6-A9E9-C968D2A7D580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2" name="商業服務">
              <a:extLst>
                <a:ext uri="{FF2B5EF4-FFF2-40B4-BE49-F238E27FC236}">
                  <a16:creationId xmlns:a16="http://schemas.microsoft.com/office/drawing/2014/main" xmlns="" id="{A10E25BF-C5DF-E231-42AC-12B9467FB38D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商業服務</a:t>
              </a:r>
            </a:p>
          </p:txBody>
        </p:sp>
      </p:grpSp>
      <p:grpSp>
        <p:nvGrpSpPr>
          <p:cNvPr id="13" name="矩形 2">
            <a:extLst>
              <a:ext uri="{FF2B5EF4-FFF2-40B4-BE49-F238E27FC236}">
                <a16:creationId xmlns:a16="http://schemas.microsoft.com/office/drawing/2014/main" xmlns="" id="{642D1255-5A24-91AA-33D6-7DCA2C8AA973}"/>
              </a:ext>
            </a:extLst>
          </p:cNvPr>
          <p:cNvGrpSpPr/>
          <p:nvPr/>
        </p:nvGrpSpPr>
        <p:grpSpPr>
          <a:xfrm>
            <a:off x="5491428" y="5831987"/>
            <a:ext cx="1178656" cy="383780"/>
            <a:chOff x="-1" y="0"/>
            <a:chExt cx="1178654" cy="383778"/>
          </a:xfrm>
        </p:grpSpPr>
        <p:sp>
          <p:nvSpPr>
            <p:cNvPr id="14" name="矩形">
              <a:extLst>
                <a:ext uri="{FF2B5EF4-FFF2-40B4-BE49-F238E27FC236}">
                  <a16:creationId xmlns:a16="http://schemas.microsoft.com/office/drawing/2014/main" xmlns="" id="{9D12C0D3-B366-1864-B7C7-05C6882668F5}"/>
                </a:ext>
              </a:extLst>
            </p:cNvPr>
            <p:cNvSpPr/>
            <p:nvPr/>
          </p:nvSpPr>
          <p:spPr>
            <a:xfrm>
              <a:off x="-2" y="-1"/>
              <a:ext cx="1178656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" name="醫療健康">
              <a:extLst>
                <a:ext uri="{FF2B5EF4-FFF2-40B4-BE49-F238E27FC236}">
                  <a16:creationId xmlns:a16="http://schemas.microsoft.com/office/drawing/2014/main" xmlns="" id="{F5CF93FC-3C84-1AA2-C15D-7A10D1878C5B}"/>
                </a:ext>
              </a:extLst>
            </p:cNvPr>
            <p:cNvSpPr txBox="1"/>
            <p:nvPr/>
          </p:nvSpPr>
          <p:spPr>
            <a:xfrm>
              <a:off x="54526" y="7185"/>
              <a:ext cx="1069601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醫療健康</a:t>
              </a:r>
            </a:p>
          </p:txBody>
        </p:sp>
      </p:grpSp>
      <p:grpSp>
        <p:nvGrpSpPr>
          <p:cNvPr id="16" name="矩形 2">
            <a:extLst>
              <a:ext uri="{FF2B5EF4-FFF2-40B4-BE49-F238E27FC236}">
                <a16:creationId xmlns:a16="http://schemas.microsoft.com/office/drawing/2014/main" xmlns="" id="{E36532E3-06CB-6256-CEAE-03233547F4FB}"/>
              </a:ext>
            </a:extLst>
          </p:cNvPr>
          <p:cNvGrpSpPr/>
          <p:nvPr/>
        </p:nvGrpSpPr>
        <p:grpSpPr>
          <a:xfrm>
            <a:off x="6728750" y="5831987"/>
            <a:ext cx="1178659" cy="383780"/>
            <a:chOff x="-1" y="0"/>
            <a:chExt cx="1178657" cy="383778"/>
          </a:xfrm>
        </p:grpSpPr>
        <p:sp>
          <p:nvSpPr>
            <p:cNvPr id="17" name="矩形">
              <a:extLst>
                <a:ext uri="{FF2B5EF4-FFF2-40B4-BE49-F238E27FC236}">
                  <a16:creationId xmlns:a16="http://schemas.microsoft.com/office/drawing/2014/main" xmlns="" id="{2AC36A8F-B16F-8E8C-0EDC-1AFEA896E0D9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8" name="食品餐飲">
              <a:extLst>
                <a:ext uri="{FF2B5EF4-FFF2-40B4-BE49-F238E27FC236}">
                  <a16:creationId xmlns:a16="http://schemas.microsoft.com/office/drawing/2014/main" xmlns="" id="{DF4543CD-11F2-22CE-1A53-24DBE70CDE10}"/>
                </a:ext>
              </a:extLst>
            </p:cNvPr>
            <p:cNvSpPr txBox="1"/>
            <p:nvPr/>
          </p:nvSpPr>
          <p:spPr>
            <a:xfrm>
              <a:off x="54528" y="7185"/>
              <a:ext cx="1069603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食品餐飲</a:t>
              </a:r>
            </a:p>
          </p:txBody>
        </p:sp>
      </p:grpSp>
      <p:grpSp>
        <p:nvGrpSpPr>
          <p:cNvPr id="19" name="矩形 2">
            <a:extLst>
              <a:ext uri="{FF2B5EF4-FFF2-40B4-BE49-F238E27FC236}">
                <a16:creationId xmlns:a16="http://schemas.microsoft.com/office/drawing/2014/main" xmlns="" id="{D1AC1ED6-DA3D-795A-B487-485A1CFCE0F1}"/>
              </a:ext>
            </a:extLst>
          </p:cNvPr>
          <p:cNvGrpSpPr/>
          <p:nvPr/>
        </p:nvGrpSpPr>
        <p:grpSpPr>
          <a:xfrm>
            <a:off x="7965711" y="5831987"/>
            <a:ext cx="1178659" cy="383780"/>
            <a:chOff x="-1" y="0"/>
            <a:chExt cx="1178657" cy="383778"/>
          </a:xfrm>
        </p:grpSpPr>
        <p:sp>
          <p:nvSpPr>
            <p:cNvPr id="20" name="矩形">
              <a:extLst>
                <a:ext uri="{FF2B5EF4-FFF2-40B4-BE49-F238E27FC236}">
                  <a16:creationId xmlns:a16="http://schemas.microsoft.com/office/drawing/2014/main" xmlns="" id="{374F9E01-9666-70B5-1726-22E3F7A3F79D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1" name="時尚生活">
              <a:extLst>
                <a:ext uri="{FF2B5EF4-FFF2-40B4-BE49-F238E27FC236}">
                  <a16:creationId xmlns:a16="http://schemas.microsoft.com/office/drawing/2014/main" xmlns="" id="{14475685-DEB0-11B7-4666-781CD69C5AAA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時尚生活</a:t>
              </a:r>
            </a:p>
          </p:txBody>
        </p:sp>
      </p:grpSp>
      <p:grpSp>
        <p:nvGrpSpPr>
          <p:cNvPr id="22" name="矩形 2">
            <a:extLst>
              <a:ext uri="{FF2B5EF4-FFF2-40B4-BE49-F238E27FC236}">
                <a16:creationId xmlns:a16="http://schemas.microsoft.com/office/drawing/2014/main" xmlns="" id="{D57A40FB-9FD5-AF5C-B247-9D45094F0ACC}"/>
              </a:ext>
            </a:extLst>
          </p:cNvPr>
          <p:cNvGrpSpPr/>
          <p:nvPr/>
        </p:nvGrpSpPr>
        <p:grpSpPr>
          <a:xfrm>
            <a:off x="9203030" y="5831987"/>
            <a:ext cx="1456576" cy="383780"/>
            <a:chOff x="0" y="0"/>
            <a:chExt cx="1456574" cy="383778"/>
          </a:xfrm>
        </p:grpSpPr>
        <p:sp>
          <p:nvSpPr>
            <p:cNvPr id="23" name="矩形">
              <a:extLst>
                <a:ext uri="{FF2B5EF4-FFF2-40B4-BE49-F238E27FC236}">
                  <a16:creationId xmlns:a16="http://schemas.microsoft.com/office/drawing/2014/main" xmlns="" id="{D5FDBC8C-7C5A-7DCD-F277-4A74DC67413C}"/>
                </a:ext>
              </a:extLst>
            </p:cNvPr>
            <p:cNvSpPr/>
            <p:nvPr/>
          </p:nvSpPr>
          <p:spPr>
            <a:xfrm>
              <a:off x="-1" y="-1"/>
              <a:ext cx="1456575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4" name="商品規劃包裝">
              <a:extLst>
                <a:ext uri="{FF2B5EF4-FFF2-40B4-BE49-F238E27FC236}">
                  <a16:creationId xmlns:a16="http://schemas.microsoft.com/office/drawing/2014/main" xmlns="" id="{69932356-4EBD-8211-99F8-1862A49945BF}"/>
                </a:ext>
              </a:extLst>
            </p:cNvPr>
            <p:cNvSpPr txBox="1"/>
            <p:nvPr/>
          </p:nvSpPr>
          <p:spPr>
            <a:xfrm>
              <a:off x="54525" y="7185"/>
              <a:ext cx="1347524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商品規劃包裝</a:t>
              </a:r>
            </a:p>
          </p:txBody>
        </p:sp>
      </p:grpSp>
      <p:grpSp>
        <p:nvGrpSpPr>
          <p:cNvPr id="25" name="矩形 2">
            <a:extLst>
              <a:ext uri="{FF2B5EF4-FFF2-40B4-BE49-F238E27FC236}">
                <a16:creationId xmlns:a16="http://schemas.microsoft.com/office/drawing/2014/main" xmlns="" id="{86D65167-FCDD-6DA3-150E-9B2E76978415}"/>
              </a:ext>
            </a:extLst>
          </p:cNvPr>
          <p:cNvGrpSpPr/>
          <p:nvPr/>
        </p:nvGrpSpPr>
        <p:grpSpPr>
          <a:xfrm>
            <a:off x="10708909" y="5831987"/>
            <a:ext cx="1384577" cy="383780"/>
            <a:chOff x="-1" y="0"/>
            <a:chExt cx="1384576" cy="383778"/>
          </a:xfrm>
        </p:grpSpPr>
        <p:sp>
          <p:nvSpPr>
            <p:cNvPr id="26" name="矩形">
              <a:extLst>
                <a:ext uri="{FF2B5EF4-FFF2-40B4-BE49-F238E27FC236}">
                  <a16:creationId xmlns:a16="http://schemas.microsoft.com/office/drawing/2014/main" xmlns="" id="{17F8C02D-C443-33B9-8F9D-9CBE3C9CFCA0}"/>
                </a:ext>
              </a:extLst>
            </p:cNvPr>
            <p:cNvSpPr/>
            <p:nvPr/>
          </p:nvSpPr>
          <p:spPr>
            <a:xfrm>
              <a:off x="-2" y="-1"/>
              <a:ext cx="1384577" cy="383780"/>
            </a:xfrm>
            <a:prstGeom prst="rect">
              <a:avLst/>
            </a:prstGeom>
            <a:solidFill>
              <a:srgbClr val="00B05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7" name="參訪來賓">
              <a:extLst>
                <a:ext uri="{FF2B5EF4-FFF2-40B4-BE49-F238E27FC236}">
                  <a16:creationId xmlns:a16="http://schemas.microsoft.com/office/drawing/2014/main" xmlns="" id="{AE141260-B956-1BD4-55F8-93AE6D1B1222}"/>
                </a:ext>
              </a:extLst>
            </p:cNvPr>
            <p:cNvSpPr txBox="1"/>
            <p:nvPr/>
          </p:nvSpPr>
          <p:spPr>
            <a:xfrm>
              <a:off x="45002" y="7185"/>
              <a:ext cx="1294575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參訪來賓</a:t>
              </a:r>
            </a:p>
          </p:txBody>
        </p:sp>
      </p:grpSp>
      <p:grpSp>
        <p:nvGrpSpPr>
          <p:cNvPr id="28" name="矩形: 圓角 19">
            <a:extLst>
              <a:ext uri="{FF2B5EF4-FFF2-40B4-BE49-F238E27FC236}">
                <a16:creationId xmlns:a16="http://schemas.microsoft.com/office/drawing/2014/main" xmlns="" id="{80EC3EEC-320C-48F5-19EA-EDFBFD775664}"/>
              </a:ext>
            </a:extLst>
          </p:cNvPr>
          <p:cNvGrpSpPr/>
          <p:nvPr/>
        </p:nvGrpSpPr>
        <p:grpSpPr>
          <a:xfrm>
            <a:off x="3773055" y="1822260"/>
            <a:ext cx="2431568" cy="970750"/>
            <a:chOff x="0" y="0"/>
            <a:chExt cx="2431566" cy="970748"/>
          </a:xfrm>
        </p:grpSpPr>
        <p:sp>
          <p:nvSpPr>
            <p:cNvPr id="29" name="圓角矩形">
              <a:extLst>
                <a:ext uri="{FF2B5EF4-FFF2-40B4-BE49-F238E27FC236}">
                  <a16:creationId xmlns:a16="http://schemas.microsoft.com/office/drawing/2014/main" xmlns="" id="{3A345DC8-D17A-6BB1-00B0-5F7F5785ABFD}"/>
                </a:ext>
              </a:extLst>
            </p:cNvPr>
            <p:cNvSpPr/>
            <p:nvPr/>
          </p:nvSpPr>
          <p:spPr>
            <a:xfrm>
              <a:off x="-1" y="-1"/>
              <a:ext cx="2431567" cy="970749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0" name="公司名稱…">
              <a:extLst>
                <a:ext uri="{FF2B5EF4-FFF2-40B4-BE49-F238E27FC236}">
                  <a16:creationId xmlns:a16="http://schemas.microsoft.com/office/drawing/2014/main" xmlns="" id="{640E4531-6A68-617A-5143-02C5B623F5CF}"/>
                </a:ext>
              </a:extLst>
            </p:cNvPr>
            <p:cNvSpPr txBox="1"/>
            <p:nvPr/>
          </p:nvSpPr>
          <p:spPr>
            <a:xfrm>
              <a:off x="88351" y="59369"/>
              <a:ext cx="2254860" cy="8519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r>
                <a:rPr dirty="0" err="1"/>
                <a:t>公司名稱</a:t>
              </a:r>
              <a:endParaRPr dirty="0"/>
            </a:p>
            <a:p>
              <a: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r>
                <a:rPr dirty="0" err="1"/>
                <a:t>職務名稱</a:t>
              </a:r>
              <a:endParaRPr dirty="0"/>
            </a:p>
          </p:txBody>
        </p:sp>
      </p:grpSp>
      <p:grpSp>
        <p:nvGrpSpPr>
          <p:cNvPr id="31" name="矩形: 圓角 25">
            <a:extLst>
              <a:ext uri="{FF2B5EF4-FFF2-40B4-BE49-F238E27FC236}">
                <a16:creationId xmlns:a16="http://schemas.microsoft.com/office/drawing/2014/main" xmlns="" id="{DE62D0C2-76AA-F83C-C1F7-A1497EF6171F}"/>
              </a:ext>
            </a:extLst>
          </p:cNvPr>
          <p:cNvGrpSpPr/>
          <p:nvPr/>
        </p:nvGrpSpPr>
        <p:grpSpPr>
          <a:xfrm>
            <a:off x="3782098" y="2818471"/>
            <a:ext cx="2413481" cy="963529"/>
            <a:chOff x="0" y="-1"/>
            <a:chExt cx="2413480" cy="963528"/>
          </a:xfrm>
        </p:grpSpPr>
        <p:sp>
          <p:nvSpPr>
            <p:cNvPr id="32" name="圓角矩形">
              <a:extLst>
                <a:ext uri="{FF2B5EF4-FFF2-40B4-BE49-F238E27FC236}">
                  <a16:creationId xmlns:a16="http://schemas.microsoft.com/office/drawing/2014/main" xmlns="" id="{33F9D984-0491-C7AE-94B6-008944DB26A6}"/>
                </a:ext>
              </a:extLst>
            </p:cNvPr>
            <p:cNvSpPr/>
            <p:nvPr/>
          </p:nvSpPr>
          <p:spPr>
            <a:xfrm>
              <a:off x="-1" y="-2"/>
              <a:ext cx="2413481" cy="963530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3" name="服務項目">
              <a:extLst>
                <a:ext uri="{FF2B5EF4-FFF2-40B4-BE49-F238E27FC236}">
                  <a16:creationId xmlns:a16="http://schemas.microsoft.com/office/drawing/2014/main" xmlns="" id="{51876C5B-1C19-2987-7D9A-D2B2E9C25AED}"/>
                </a:ext>
              </a:extLst>
            </p:cNvPr>
            <p:cNvSpPr txBox="1"/>
            <p:nvPr/>
          </p:nvSpPr>
          <p:spPr>
            <a:xfrm>
              <a:off x="88345" y="245538"/>
              <a:ext cx="2236788" cy="472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服務項目</a:t>
              </a:r>
            </a:p>
          </p:txBody>
        </p:sp>
      </p:grpSp>
      <p:grpSp>
        <p:nvGrpSpPr>
          <p:cNvPr id="34" name="矩形: 圓角 26">
            <a:extLst>
              <a:ext uri="{FF2B5EF4-FFF2-40B4-BE49-F238E27FC236}">
                <a16:creationId xmlns:a16="http://schemas.microsoft.com/office/drawing/2014/main" xmlns="" id="{D73FE79E-F307-118F-A738-2A317BB9BD45}"/>
              </a:ext>
            </a:extLst>
          </p:cNvPr>
          <p:cNvGrpSpPr/>
          <p:nvPr/>
        </p:nvGrpSpPr>
        <p:grpSpPr>
          <a:xfrm>
            <a:off x="3812665" y="3815705"/>
            <a:ext cx="2413481" cy="963530"/>
            <a:chOff x="-1" y="-1"/>
            <a:chExt cx="2413480" cy="963528"/>
          </a:xfrm>
        </p:grpSpPr>
        <p:sp>
          <p:nvSpPr>
            <p:cNvPr id="35" name="圓角矩形">
              <a:extLst>
                <a:ext uri="{FF2B5EF4-FFF2-40B4-BE49-F238E27FC236}">
                  <a16:creationId xmlns:a16="http://schemas.microsoft.com/office/drawing/2014/main" xmlns="" id="{89803A57-7F08-979B-D3F4-4D030A083EBE}"/>
                </a:ext>
              </a:extLst>
            </p:cNvPr>
            <p:cNvSpPr/>
            <p:nvPr/>
          </p:nvSpPr>
          <p:spPr>
            <a:xfrm>
              <a:off x="-2" y="-2"/>
              <a:ext cx="2413482" cy="963530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6" name="需要引薦">
              <a:extLst>
                <a:ext uri="{FF2B5EF4-FFF2-40B4-BE49-F238E27FC236}">
                  <a16:creationId xmlns:a16="http://schemas.microsoft.com/office/drawing/2014/main" xmlns="" id="{3541D158-AB5C-C676-2D18-E5CA5F36210E}"/>
                </a:ext>
              </a:extLst>
            </p:cNvPr>
            <p:cNvSpPr txBox="1"/>
            <p:nvPr/>
          </p:nvSpPr>
          <p:spPr>
            <a:xfrm>
              <a:off x="88345" y="226489"/>
              <a:ext cx="2236786" cy="510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需要引薦</a:t>
              </a:r>
            </a:p>
          </p:txBody>
        </p:sp>
      </p:grpSp>
      <p:sp>
        <p:nvSpPr>
          <p:cNvPr id="37" name="直線單箭頭接點 29">
            <a:extLst>
              <a:ext uri="{FF2B5EF4-FFF2-40B4-BE49-F238E27FC236}">
                <a16:creationId xmlns:a16="http://schemas.microsoft.com/office/drawing/2014/main" xmlns="" id="{07C57310-FFF6-C651-5D94-70282D6C3896}"/>
              </a:ext>
            </a:extLst>
          </p:cNvPr>
          <p:cNvSpPr/>
          <p:nvPr/>
        </p:nvSpPr>
        <p:spPr>
          <a:xfrm>
            <a:off x="5976798" y="4770054"/>
            <a:ext cx="5486911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8" name="文字方塊 1">
            <a:extLst>
              <a:ext uri="{FF2B5EF4-FFF2-40B4-BE49-F238E27FC236}">
                <a16:creationId xmlns:a16="http://schemas.microsoft.com/office/drawing/2014/main" xmlns="" id="{887A8847-F8A4-EF01-BF17-C95818EA43C6}"/>
              </a:ext>
            </a:extLst>
          </p:cNvPr>
          <p:cNvSpPr txBox="1"/>
          <p:nvPr/>
        </p:nvSpPr>
        <p:spPr>
          <a:xfrm>
            <a:off x="6281783" y="1993953"/>
            <a:ext cx="5658163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28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rPr lang="zh-TW" altLang="en-US" dirty="0"/>
              <a:t>{{CT1}}</a:t>
            </a:r>
            <a:endParaRPr dirty="0"/>
          </a:p>
        </p:txBody>
      </p:sp>
      <p:sp>
        <p:nvSpPr>
          <p:cNvPr id="39" name="文字方塊 1">
            <a:extLst>
              <a:ext uri="{FF2B5EF4-FFF2-40B4-BE49-F238E27FC236}">
                <a16:creationId xmlns:a16="http://schemas.microsoft.com/office/drawing/2014/main" xmlns="" id="{C159DF6A-F09F-E92B-F80F-BD57032004B2}"/>
              </a:ext>
            </a:extLst>
          </p:cNvPr>
          <p:cNvSpPr txBox="1"/>
          <p:nvPr/>
        </p:nvSpPr>
        <p:spPr>
          <a:xfrm>
            <a:off x="6123439" y="3754389"/>
            <a:ext cx="6137395" cy="460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>
            <a:lvl1pPr defTabSz="1219318">
              <a:defRPr sz="24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endParaRPr lang="zh-TW" altLang="en-US" dirty="0"/>
          </a:p>
        </p:txBody>
      </p:sp>
      <p:sp>
        <p:nvSpPr>
          <p:cNvPr id="40" name="直線單箭頭接點 29">
            <a:extLst>
              <a:ext uri="{FF2B5EF4-FFF2-40B4-BE49-F238E27FC236}">
                <a16:creationId xmlns:a16="http://schemas.microsoft.com/office/drawing/2014/main" xmlns="" id="{FD581968-7466-9E82-1A34-FB54CA1DE996}"/>
              </a:ext>
            </a:extLst>
          </p:cNvPr>
          <p:cNvSpPr/>
          <p:nvPr/>
        </p:nvSpPr>
        <p:spPr>
          <a:xfrm>
            <a:off x="5811585" y="3739640"/>
            <a:ext cx="5486910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1" name="直線單箭頭接點 29">
            <a:extLst>
              <a:ext uri="{FF2B5EF4-FFF2-40B4-BE49-F238E27FC236}">
                <a16:creationId xmlns:a16="http://schemas.microsoft.com/office/drawing/2014/main" xmlns="" id="{3215EE6C-AB6B-F464-7BB7-3378156EE67E}"/>
              </a:ext>
            </a:extLst>
          </p:cNvPr>
          <p:cNvSpPr/>
          <p:nvPr/>
        </p:nvSpPr>
        <p:spPr>
          <a:xfrm>
            <a:off x="5701296" y="2715420"/>
            <a:ext cx="5486910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grpSp>
        <p:nvGrpSpPr>
          <p:cNvPr id="42" name="矩形: 圆角 10">
            <a:extLst>
              <a:ext uri="{FF2B5EF4-FFF2-40B4-BE49-F238E27FC236}">
                <a16:creationId xmlns:a16="http://schemas.microsoft.com/office/drawing/2014/main" xmlns="" id="{F5BEFD9A-27E7-E95C-2FFC-8706CAEA0A23}"/>
              </a:ext>
            </a:extLst>
          </p:cNvPr>
          <p:cNvGrpSpPr/>
          <p:nvPr/>
        </p:nvGrpSpPr>
        <p:grpSpPr>
          <a:xfrm>
            <a:off x="1034272" y="4946209"/>
            <a:ext cx="1906943" cy="746741"/>
            <a:chOff x="0" y="15261"/>
            <a:chExt cx="1906941" cy="746739"/>
          </a:xfrm>
        </p:grpSpPr>
        <p:sp>
          <p:nvSpPr>
            <p:cNvPr id="43" name="圓角矩形">
              <a:extLst>
                <a:ext uri="{FF2B5EF4-FFF2-40B4-BE49-F238E27FC236}">
                  <a16:creationId xmlns:a16="http://schemas.microsoft.com/office/drawing/2014/main" xmlns="" id="{9DBFD8BE-FD0B-A5F9-2B4D-E422CBBA673C}"/>
                </a:ext>
              </a:extLst>
            </p:cNvPr>
            <p:cNvSpPr/>
            <p:nvPr/>
          </p:nvSpPr>
          <p:spPr>
            <a:xfrm>
              <a:off x="0" y="15261"/>
              <a:ext cx="1906941" cy="746739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8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44" name="葉芯寧">
              <a:extLst>
                <a:ext uri="{FF2B5EF4-FFF2-40B4-BE49-F238E27FC236}">
                  <a16:creationId xmlns:a16="http://schemas.microsoft.com/office/drawing/2014/main" xmlns="" id="{8265EFF4-6D12-1913-114A-E3EC7358C154}"/>
                </a:ext>
              </a:extLst>
            </p:cNvPr>
            <p:cNvSpPr txBox="1"/>
            <p:nvPr/>
          </p:nvSpPr>
          <p:spPr>
            <a:xfrm>
              <a:off x="112545" y="18284"/>
              <a:ext cx="1681849" cy="7078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39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rPr lang="zh-TW" altLang="en-US" sz="4000" dirty="0"/>
                <a:t>{{NAME1}}</a:t>
              </a:r>
              <a:endParaRPr lang="en-US" altLang="zh-TW" dirty="0"/>
            </a:p>
          </p:txBody>
        </p:sp>
      </p:grpSp>
      <p:grpSp>
        <p:nvGrpSpPr>
          <p:cNvPr id="45" name="矩形: 圓角 26">
            <a:extLst>
              <a:ext uri="{FF2B5EF4-FFF2-40B4-BE49-F238E27FC236}">
                <a16:creationId xmlns:a16="http://schemas.microsoft.com/office/drawing/2014/main" xmlns="" id="{5FCE554C-55C4-EE72-314A-F6C023034063}"/>
              </a:ext>
            </a:extLst>
          </p:cNvPr>
          <p:cNvGrpSpPr/>
          <p:nvPr/>
        </p:nvGrpSpPr>
        <p:grpSpPr>
          <a:xfrm>
            <a:off x="3812665" y="4806993"/>
            <a:ext cx="2414601" cy="963977"/>
            <a:chOff x="0" y="0"/>
            <a:chExt cx="2414599" cy="963975"/>
          </a:xfrm>
        </p:grpSpPr>
        <p:sp>
          <p:nvSpPr>
            <p:cNvPr id="46" name="圓角矩形">
              <a:extLst>
                <a:ext uri="{FF2B5EF4-FFF2-40B4-BE49-F238E27FC236}">
                  <a16:creationId xmlns:a16="http://schemas.microsoft.com/office/drawing/2014/main" xmlns="" id="{E1F597C1-F40E-8D03-4BD1-943D2E892BC9}"/>
                </a:ext>
              </a:extLst>
            </p:cNvPr>
            <p:cNvSpPr/>
            <p:nvPr/>
          </p:nvSpPr>
          <p:spPr>
            <a:xfrm>
              <a:off x="-1" y="-1"/>
              <a:ext cx="2414600" cy="963976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47" name="需要引薦">
              <a:extLst>
                <a:ext uri="{FF2B5EF4-FFF2-40B4-BE49-F238E27FC236}">
                  <a16:creationId xmlns:a16="http://schemas.microsoft.com/office/drawing/2014/main" xmlns="" id="{E8B5C587-E8C0-EECB-99D3-8617816B1FF0}"/>
                </a:ext>
              </a:extLst>
            </p:cNvPr>
            <p:cNvSpPr txBox="1"/>
            <p:nvPr/>
          </p:nvSpPr>
          <p:spPr>
            <a:xfrm>
              <a:off x="88386" y="226712"/>
              <a:ext cx="2237825" cy="510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引薦人</a:t>
              </a:r>
            </a:p>
          </p:txBody>
        </p:sp>
      </p:grpSp>
      <p:sp>
        <p:nvSpPr>
          <p:cNvPr id="48" name="直線單箭頭接點 29">
            <a:extLst>
              <a:ext uri="{FF2B5EF4-FFF2-40B4-BE49-F238E27FC236}">
                <a16:creationId xmlns:a16="http://schemas.microsoft.com/office/drawing/2014/main" xmlns="" id="{F0E96812-3620-8D16-72ED-F2977DE4A1EF}"/>
              </a:ext>
            </a:extLst>
          </p:cNvPr>
          <p:cNvSpPr/>
          <p:nvPr/>
        </p:nvSpPr>
        <p:spPr>
          <a:xfrm>
            <a:off x="6072449" y="5647117"/>
            <a:ext cx="5486911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9" name="文字方塊 1">
            <a:extLst>
              <a:ext uri="{FF2B5EF4-FFF2-40B4-BE49-F238E27FC236}">
                <a16:creationId xmlns:a16="http://schemas.microsoft.com/office/drawing/2014/main" xmlns="" id="{745AD719-865E-C14C-C28F-A1313298D68A}"/>
              </a:ext>
            </a:extLst>
          </p:cNvPr>
          <p:cNvSpPr txBox="1"/>
          <p:nvPr/>
        </p:nvSpPr>
        <p:spPr>
          <a:xfrm>
            <a:off x="6401439" y="4930100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rPr lang="zh-TW" altLang="en-US" sz="2800" dirty="0"/>
              <a:t>{{INVITER1}}</a:t>
            </a:r>
            <a:endParaRPr lang="zh-TW" altLang="en-US" sz="2800" dirty="0"/>
          </a:p>
        </p:txBody>
      </p:sp>
      <p:grpSp>
        <p:nvGrpSpPr>
          <p:cNvPr id="51" name="群組 25">
            <a:extLst>
              <a:ext uri="{FF2B5EF4-FFF2-40B4-BE49-F238E27FC236}">
                <a16:creationId xmlns:a16="http://schemas.microsoft.com/office/drawing/2014/main" xmlns="" id="{1A7F0755-2ADD-2AB0-9B2C-2F3507CBA336}"/>
              </a:ext>
            </a:extLst>
          </p:cNvPr>
          <p:cNvGrpSpPr/>
          <p:nvPr/>
        </p:nvGrpSpPr>
        <p:grpSpPr>
          <a:xfrm>
            <a:off x="786585" y="178907"/>
            <a:ext cx="10404389" cy="1535422"/>
            <a:chOff x="-2" y="-1"/>
            <a:chExt cx="10404387" cy="1535420"/>
          </a:xfrm>
        </p:grpSpPr>
        <p:sp>
          <p:nvSpPr>
            <p:cNvPr id="52" name="平行四邊形 26">
              <a:extLst>
                <a:ext uri="{FF2B5EF4-FFF2-40B4-BE49-F238E27FC236}">
                  <a16:creationId xmlns:a16="http://schemas.microsoft.com/office/drawing/2014/main" xmlns="" id="{16C039E2-863E-5043-2DB9-AD7E0642FFBF}"/>
                </a:ext>
              </a:extLst>
            </p:cNvPr>
            <p:cNvSpPr/>
            <p:nvPr/>
          </p:nvSpPr>
          <p:spPr>
            <a:xfrm>
              <a:off x="479877" y="191883"/>
              <a:ext cx="9358943" cy="134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775" y="0"/>
                  </a:lnTo>
                  <a:lnTo>
                    <a:pt x="21600" y="0"/>
                  </a:lnTo>
                  <a:lnTo>
                    <a:pt x="20825" y="21600"/>
                  </a:lnTo>
                  <a:close/>
                </a:path>
              </a:pathLst>
            </a:custGeom>
            <a:solidFill>
              <a:srgbClr val="C7C7C7"/>
            </a:solidFill>
            <a:ln w="12700" cap="flat">
              <a:noFill/>
              <a:miter lim="400000"/>
            </a:ln>
            <a:effectLst>
              <a:outerShdw blurRad="76200" dist="37674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19318">
                <a:defRPr sz="24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pPr>
              <a:endParaRPr/>
            </a:p>
          </p:txBody>
        </p:sp>
        <p:sp>
          <p:nvSpPr>
            <p:cNvPr id="53" name="平行四邊形 27">
              <a:extLst>
                <a:ext uri="{FF2B5EF4-FFF2-40B4-BE49-F238E27FC236}">
                  <a16:creationId xmlns:a16="http://schemas.microsoft.com/office/drawing/2014/main" xmlns="" id="{8F0D1D4E-E2AF-B19C-4ECC-4F75921D8D2E}"/>
                </a:ext>
              </a:extLst>
            </p:cNvPr>
            <p:cNvSpPr/>
            <p:nvPr/>
          </p:nvSpPr>
          <p:spPr>
            <a:xfrm>
              <a:off x="-2" y="-1"/>
              <a:ext cx="9024141" cy="134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804" y="0"/>
                  </a:lnTo>
                  <a:lnTo>
                    <a:pt x="21600" y="0"/>
                  </a:lnTo>
                  <a:lnTo>
                    <a:pt x="20796" y="21600"/>
                  </a:lnTo>
                  <a:close/>
                </a:path>
              </a:pathLst>
            </a:custGeom>
            <a:solidFill>
              <a:srgbClr val="CF2031"/>
            </a:solidFill>
            <a:ln w="19050" cap="flat">
              <a:solidFill>
                <a:srgbClr val="CF2031"/>
              </a:solidFill>
              <a:prstDash val="solid"/>
              <a:miter lim="800000"/>
            </a:ln>
            <a:effectLst>
              <a:outerShdw blurRad="76200" dist="37674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19318">
                <a:defRPr sz="24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pPr>
              <a:endParaRPr/>
            </a:p>
          </p:txBody>
        </p:sp>
        <p:sp>
          <p:nvSpPr>
            <p:cNvPr id="54" name="矩形 29">
              <a:extLst>
                <a:ext uri="{FF2B5EF4-FFF2-40B4-BE49-F238E27FC236}">
                  <a16:creationId xmlns:a16="http://schemas.microsoft.com/office/drawing/2014/main" xmlns="" id="{F39CA52A-F7DB-1697-D678-D81663012D45}"/>
                </a:ext>
              </a:extLst>
            </p:cNvPr>
            <p:cNvSpPr txBox="1"/>
            <p:nvPr/>
          </p:nvSpPr>
          <p:spPr>
            <a:xfrm>
              <a:off x="1119243" y="864008"/>
              <a:ext cx="6725891" cy="3312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>
              <a:lvl1pPr defTabSz="1219318">
                <a:defRPr sz="16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r>
                <a:t>WELCOME VISITORS</a:t>
              </a:r>
            </a:p>
          </p:txBody>
        </p:sp>
        <p:grpSp>
          <p:nvGrpSpPr>
            <p:cNvPr id="55" name="橢圓 30">
              <a:extLst>
                <a:ext uri="{FF2B5EF4-FFF2-40B4-BE49-F238E27FC236}">
                  <a16:creationId xmlns:a16="http://schemas.microsoft.com/office/drawing/2014/main" xmlns="" id="{6EB71EE6-6735-14B0-DA9A-EC355F55C01C}"/>
                </a:ext>
              </a:extLst>
            </p:cNvPr>
            <p:cNvGrpSpPr/>
            <p:nvPr/>
          </p:nvGrpSpPr>
          <p:grpSpPr>
            <a:xfrm>
              <a:off x="9169203" y="54000"/>
              <a:ext cx="1235182" cy="1235186"/>
              <a:chOff x="-2" y="-2"/>
              <a:chExt cx="1235181" cy="1235185"/>
            </a:xfrm>
          </p:grpSpPr>
          <p:sp>
            <p:nvSpPr>
              <p:cNvPr id="57" name="圓形">
                <a:extLst>
                  <a:ext uri="{FF2B5EF4-FFF2-40B4-BE49-F238E27FC236}">
                    <a16:creationId xmlns:a16="http://schemas.microsoft.com/office/drawing/2014/main" xmlns="" id="{DC44ACC2-811F-68B6-63B7-C25695ABCC2D}"/>
                  </a:ext>
                </a:extLst>
              </p:cNvPr>
              <p:cNvSpPr/>
              <p:nvPr/>
            </p:nvSpPr>
            <p:spPr>
              <a:xfrm>
                <a:off x="-2" y="-2"/>
                <a:ext cx="1235181" cy="1235185"/>
              </a:xfrm>
              <a:prstGeom prst="ellipse">
                <a:avLst/>
              </a:prstGeom>
              <a:solidFill>
                <a:srgbClr val="CF2031"/>
              </a:solidFill>
              <a:ln w="19050" cap="flat">
                <a:solidFill>
                  <a:srgbClr val="CF2031"/>
                </a:solidFill>
                <a:prstDash val="solid"/>
                <a:miter lim="800000"/>
              </a:ln>
              <a:effectLst>
                <a:outerShdw blurRad="76200" dist="37674" dir="2700000" rotWithShape="0">
                  <a:srgbClr val="000000">
                    <a:alpha val="40000"/>
                  </a:srgbClr>
                </a:outerShdw>
              </a:effectLst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1219318">
                  <a:defRPr sz="3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58" name="02">
                <a:extLst>
                  <a:ext uri="{FF2B5EF4-FFF2-40B4-BE49-F238E27FC236}">
                    <a16:creationId xmlns:a16="http://schemas.microsoft.com/office/drawing/2014/main" xmlns="" id="{BFB696E0-8564-5B33-0B38-FC844FD37BCA}"/>
                  </a:ext>
                </a:extLst>
              </p:cNvPr>
              <p:cNvSpPr txBox="1"/>
              <p:nvPr/>
            </p:nvSpPr>
            <p:spPr>
              <a:xfrm>
                <a:off x="235412" y="325921"/>
                <a:ext cx="764352" cy="58331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4999" tIns="44999" rIns="44999" bIns="44999" numCol="1" anchor="ctr">
                <a:spAutoFit/>
              </a:bodyPr>
              <a:lstStyle>
                <a:lvl1pPr algn="ctr" defTabSz="1219318">
                  <a:defRPr sz="3200" b="1">
                    <a:solidFill>
                      <a:srgbClr val="FFFFFF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defRPr>
                </a:lvl1pPr>
              </a:lstStyle>
              <a:p>
                <a:r>
                  <a:rPr smtClean="0"/>
                  <a:t>0</a:t>
                </a:r>
                <a:r>
                  <a:rPr lang="en-US" smtClean="0"/>
                  <a:t>1</a:t>
                </a:r>
              </a:p>
            </p:txBody>
          </p:sp>
        </p:grpSp>
        <p:sp>
          <p:nvSpPr>
            <p:cNvPr id="56" name="文字方塊 28">
              <a:extLst>
                <a:ext uri="{FF2B5EF4-FFF2-40B4-BE49-F238E27FC236}">
                  <a16:creationId xmlns:a16="http://schemas.microsoft.com/office/drawing/2014/main" xmlns="" id="{FDEB0F6B-5468-4333-0783-0B70F0A918F9}"/>
                </a:ext>
              </a:extLst>
            </p:cNvPr>
            <p:cNvSpPr txBox="1"/>
            <p:nvPr/>
          </p:nvSpPr>
          <p:spPr>
            <a:xfrm>
              <a:off x="1002962" y="96123"/>
              <a:ext cx="7034052" cy="940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>
              <a:lvl1pPr algn="just" defTabSz="1219318">
                <a:defRPr sz="48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r>
                <a:rPr dirty="0"/>
                <a:t>來賓15秒自我介紹</a:t>
              </a:r>
            </a:p>
          </p:txBody>
        </p:sp>
      </p:grpSp>
      <p:sp>
        <p:nvSpPr>
          <p:cNvPr id="50" name="文字方塊 1">
            <a:extLst>
              <a:ext uri="{FF2B5EF4-FFF2-40B4-BE49-F238E27FC236}">
                <a16:creationId xmlns:a16="http://schemas.microsoft.com/office/drawing/2014/main" xmlns="" id="{AEEAD3CC-BFC0-0C12-9D33-83DA249EE6D9}"/>
              </a:ext>
            </a:extLst>
          </p:cNvPr>
          <p:cNvSpPr txBox="1"/>
          <p:nvPr/>
        </p:nvSpPr>
        <p:spPr>
          <a:xfrm>
            <a:off x="6457086" y="4006870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endParaRPr lang="zh-TW" altLang="en-US" sz="2800" dirty="0"/>
          </a:p>
        </p:txBody>
      </p:sp>
      <p:sp>
        <p:nvSpPr>
          <p:cNvPr id="61" name="文字方塊 1">
            <a:extLst>
              <a:ext uri="{FF2B5EF4-FFF2-40B4-BE49-F238E27FC236}">
                <a16:creationId xmlns:a16="http://schemas.microsoft.com/office/drawing/2014/main" xmlns="" id="{1080D13B-346E-6AA5-BA21-6F5E163775B0}"/>
              </a:ext>
            </a:extLst>
          </p:cNvPr>
          <p:cNvSpPr txBox="1"/>
          <p:nvPr/>
        </p:nvSpPr>
        <p:spPr>
          <a:xfrm>
            <a:off x="6338379" y="2953784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r>
              <a:rPr lang="zh-TW" altLang="en-US" sz="2800" dirty="0"/>
              <a:t>{{SERVICE1}}</a:t>
            </a:r>
            <a:endParaRPr lang="zh-TW" altLang="en-US" sz="2800" dirty="0"/>
          </a:p>
        </p:txBody>
      </p:sp>
      <p:sp>
        <p:nvSpPr>
          <p:cNvPr id="3" name="文字方塊 1">
            <a:extLst>
              <a:ext uri="{FF2B5EF4-FFF2-40B4-BE49-F238E27FC236}">
                <a16:creationId xmlns:a16="http://schemas.microsoft.com/office/drawing/2014/main" xmlns="" id="{879A7CB1-DF92-1475-A893-865DBE704EAE}"/>
              </a:ext>
            </a:extLst>
          </p:cNvPr>
          <p:cNvSpPr txBox="1"/>
          <p:nvPr/>
        </p:nvSpPr>
        <p:spPr>
          <a:xfrm>
            <a:off x="6400319" y="3747445"/>
            <a:ext cx="5467425" cy="829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r>
              <a:rPr lang="zh-TW" altLang="en-US" sz="2400" dirty="0"/>
              <a:t>{{SEEKING1}}</a:t>
            </a:r>
            <a:endParaRPr lang="zh-TW" altLang="en-US" sz="2400" dirty="0"/>
          </a:p>
        </p:txBody>
      </p:sp>
      <p:sp>
        <p:nvSpPr>
          <p:cNvPr id="901" name="PhotoBox"/>
          <p:cNvSpPr/>
          <p:nvPr/>
        </p:nvSpPr>
        <p:spPr>
          <a:xfrm>
            <a:off x="936972" y="1585307"/>
            <a:ext cx="2101540" cy="3312245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A6221A"/>
            </a:solidFill>
            <a:prstDash val="dash"/>
          </a:ln>
        </p:spPr>
        <p:txBody>
          <a:bodyPr anchor="ctr"/>
          <a:lstStyle/>
          <a:p>
            <a:pPr algn="ctr"/>
            <a:r>
              <a:rPr lang="zh-TW" sz="1500">
                <a:solidFill>
                  <a:srgbClr val="7A6E5A"/>
                </a:solidFill>
              </a:rPr>
              <a:t>請貼上來賓照片</a:t>
            </a:r>
          </a:p>
          <a:p>
            <a:pPr algn="ctr"/>
            <a:r>
              <a:rPr lang="zh-TW" sz="1100">
                <a:solidFill>
                  <a:srgbClr val="7A6E5A"/>
                </a:solidFill>
              </a:rPr>
              <a:t>(下載後自行貼上)</a:t>
            </a:r>
          </a:p>
        </p:txBody>
      </p:sp>
    </p:spTree>
    <p:extLst>
      <p:ext uri="{BB962C8B-B14F-4D97-AF65-F5344CB8AC3E}">
        <p14:creationId xmlns:p14="http://schemas.microsoft.com/office/powerpoint/2010/main" val="3676949798"/>
      </p:ext>
    </p:extLst>
  </p:cSld>
  <p:clrMapOvr>
    <a:masterClrMapping/>
  </p:clrMapOvr>
</p:sld>
</file>

<file path=ppt/slides/slideG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4C9FC0D-04C7-9CDD-F82E-B9BCA948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矩形 2">
            <a:extLst>
              <a:ext uri="{FF2B5EF4-FFF2-40B4-BE49-F238E27FC236}">
                <a16:creationId xmlns:a16="http://schemas.microsoft.com/office/drawing/2014/main" xmlns="" id="{5D6DAABF-D057-E96D-98C3-C235BE9EAD8D}"/>
              </a:ext>
            </a:extLst>
          </p:cNvPr>
          <p:cNvGrpSpPr/>
          <p:nvPr/>
        </p:nvGrpSpPr>
        <p:grpSpPr>
          <a:xfrm>
            <a:off x="1771191" y="5831987"/>
            <a:ext cx="1178659" cy="383780"/>
            <a:chOff x="-1" y="0"/>
            <a:chExt cx="1178657" cy="383778"/>
          </a:xfrm>
        </p:grpSpPr>
        <p:sp>
          <p:nvSpPr>
            <p:cNvPr id="5" name="矩形">
              <a:extLst>
                <a:ext uri="{FF2B5EF4-FFF2-40B4-BE49-F238E27FC236}">
                  <a16:creationId xmlns:a16="http://schemas.microsoft.com/office/drawing/2014/main" xmlns="" id="{CBC5F700-2CB3-4CA1-6EE6-8B65700EF1F7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" name="金融投資">
              <a:extLst>
                <a:ext uri="{FF2B5EF4-FFF2-40B4-BE49-F238E27FC236}">
                  <a16:creationId xmlns:a16="http://schemas.microsoft.com/office/drawing/2014/main" xmlns="" id="{72175538-B2BE-E4E4-EFD1-C073FD90CEA9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金融投資</a:t>
              </a:r>
            </a:p>
          </p:txBody>
        </p:sp>
      </p:grpSp>
      <p:grpSp>
        <p:nvGrpSpPr>
          <p:cNvPr id="7" name="矩形 2">
            <a:extLst>
              <a:ext uri="{FF2B5EF4-FFF2-40B4-BE49-F238E27FC236}">
                <a16:creationId xmlns:a16="http://schemas.microsoft.com/office/drawing/2014/main" xmlns="" id="{783FA7C6-08B2-D9FF-2FCE-D5F94D8A267E}"/>
              </a:ext>
            </a:extLst>
          </p:cNvPr>
          <p:cNvGrpSpPr/>
          <p:nvPr/>
        </p:nvGrpSpPr>
        <p:grpSpPr>
          <a:xfrm>
            <a:off x="3017511" y="5831987"/>
            <a:ext cx="1178659" cy="383780"/>
            <a:chOff x="-1" y="0"/>
            <a:chExt cx="1178657" cy="383778"/>
          </a:xfrm>
        </p:grpSpPr>
        <p:sp>
          <p:nvSpPr>
            <p:cNvPr id="8" name="矩形">
              <a:extLst>
                <a:ext uri="{FF2B5EF4-FFF2-40B4-BE49-F238E27FC236}">
                  <a16:creationId xmlns:a16="http://schemas.microsoft.com/office/drawing/2014/main" xmlns="" id="{737BE9B1-C068-8950-4AAE-8AB5380957B8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" name="品牌推廣">
              <a:extLst>
                <a:ext uri="{FF2B5EF4-FFF2-40B4-BE49-F238E27FC236}">
                  <a16:creationId xmlns:a16="http://schemas.microsoft.com/office/drawing/2014/main" xmlns="" id="{4F1669A1-5291-9DEC-1BE9-D1BB03174833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品牌推廣</a:t>
              </a:r>
            </a:p>
          </p:txBody>
        </p:sp>
      </p:grpSp>
      <p:grpSp>
        <p:nvGrpSpPr>
          <p:cNvPr id="10" name="矩形 2">
            <a:extLst>
              <a:ext uri="{FF2B5EF4-FFF2-40B4-BE49-F238E27FC236}">
                <a16:creationId xmlns:a16="http://schemas.microsoft.com/office/drawing/2014/main" xmlns="" id="{7FAF0CBB-E577-255F-C8AA-C2D59E1813CD}"/>
              </a:ext>
            </a:extLst>
          </p:cNvPr>
          <p:cNvGrpSpPr/>
          <p:nvPr/>
        </p:nvGrpSpPr>
        <p:grpSpPr>
          <a:xfrm>
            <a:off x="4254469" y="5831987"/>
            <a:ext cx="1178659" cy="383780"/>
            <a:chOff x="-1" y="0"/>
            <a:chExt cx="1178657" cy="383778"/>
          </a:xfrm>
        </p:grpSpPr>
        <p:sp>
          <p:nvSpPr>
            <p:cNvPr id="11" name="矩形">
              <a:extLst>
                <a:ext uri="{FF2B5EF4-FFF2-40B4-BE49-F238E27FC236}">
                  <a16:creationId xmlns:a16="http://schemas.microsoft.com/office/drawing/2014/main" xmlns="" id="{2C0E2AA6-3245-4DB6-A9E9-C968D2A7D580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2" name="商業服務">
              <a:extLst>
                <a:ext uri="{FF2B5EF4-FFF2-40B4-BE49-F238E27FC236}">
                  <a16:creationId xmlns:a16="http://schemas.microsoft.com/office/drawing/2014/main" xmlns="" id="{A10E25BF-C5DF-E231-42AC-12B9467FB38D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商業服務</a:t>
              </a:r>
            </a:p>
          </p:txBody>
        </p:sp>
      </p:grpSp>
      <p:grpSp>
        <p:nvGrpSpPr>
          <p:cNvPr id="13" name="矩形 2">
            <a:extLst>
              <a:ext uri="{FF2B5EF4-FFF2-40B4-BE49-F238E27FC236}">
                <a16:creationId xmlns:a16="http://schemas.microsoft.com/office/drawing/2014/main" xmlns="" id="{642D1255-5A24-91AA-33D6-7DCA2C8AA973}"/>
              </a:ext>
            </a:extLst>
          </p:cNvPr>
          <p:cNvGrpSpPr/>
          <p:nvPr/>
        </p:nvGrpSpPr>
        <p:grpSpPr>
          <a:xfrm>
            <a:off x="5491428" y="5831987"/>
            <a:ext cx="1178656" cy="383780"/>
            <a:chOff x="-1" y="0"/>
            <a:chExt cx="1178654" cy="383778"/>
          </a:xfrm>
        </p:grpSpPr>
        <p:sp>
          <p:nvSpPr>
            <p:cNvPr id="14" name="矩形">
              <a:extLst>
                <a:ext uri="{FF2B5EF4-FFF2-40B4-BE49-F238E27FC236}">
                  <a16:creationId xmlns:a16="http://schemas.microsoft.com/office/drawing/2014/main" xmlns="" id="{9D12C0D3-B366-1864-B7C7-05C6882668F5}"/>
                </a:ext>
              </a:extLst>
            </p:cNvPr>
            <p:cNvSpPr/>
            <p:nvPr/>
          </p:nvSpPr>
          <p:spPr>
            <a:xfrm>
              <a:off x="-2" y="-1"/>
              <a:ext cx="1178656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" name="醫療健康">
              <a:extLst>
                <a:ext uri="{FF2B5EF4-FFF2-40B4-BE49-F238E27FC236}">
                  <a16:creationId xmlns:a16="http://schemas.microsoft.com/office/drawing/2014/main" xmlns="" id="{F5CF93FC-3C84-1AA2-C15D-7A10D1878C5B}"/>
                </a:ext>
              </a:extLst>
            </p:cNvPr>
            <p:cNvSpPr txBox="1"/>
            <p:nvPr/>
          </p:nvSpPr>
          <p:spPr>
            <a:xfrm>
              <a:off x="54526" y="7185"/>
              <a:ext cx="1069601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醫療健康</a:t>
              </a:r>
            </a:p>
          </p:txBody>
        </p:sp>
      </p:grpSp>
      <p:grpSp>
        <p:nvGrpSpPr>
          <p:cNvPr id="16" name="矩形 2">
            <a:extLst>
              <a:ext uri="{FF2B5EF4-FFF2-40B4-BE49-F238E27FC236}">
                <a16:creationId xmlns:a16="http://schemas.microsoft.com/office/drawing/2014/main" xmlns="" id="{E36532E3-06CB-6256-CEAE-03233547F4FB}"/>
              </a:ext>
            </a:extLst>
          </p:cNvPr>
          <p:cNvGrpSpPr/>
          <p:nvPr/>
        </p:nvGrpSpPr>
        <p:grpSpPr>
          <a:xfrm>
            <a:off x="6728750" y="5831987"/>
            <a:ext cx="1178659" cy="383780"/>
            <a:chOff x="-1" y="0"/>
            <a:chExt cx="1178657" cy="383778"/>
          </a:xfrm>
        </p:grpSpPr>
        <p:sp>
          <p:nvSpPr>
            <p:cNvPr id="17" name="矩形">
              <a:extLst>
                <a:ext uri="{FF2B5EF4-FFF2-40B4-BE49-F238E27FC236}">
                  <a16:creationId xmlns:a16="http://schemas.microsoft.com/office/drawing/2014/main" xmlns="" id="{2AC36A8F-B16F-8E8C-0EDC-1AFEA896E0D9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8" name="食品餐飲">
              <a:extLst>
                <a:ext uri="{FF2B5EF4-FFF2-40B4-BE49-F238E27FC236}">
                  <a16:creationId xmlns:a16="http://schemas.microsoft.com/office/drawing/2014/main" xmlns="" id="{DF4543CD-11F2-22CE-1A53-24DBE70CDE10}"/>
                </a:ext>
              </a:extLst>
            </p:cNvPr>
            <p:cNvSpPr txBox="1"/>
            <p:nvPr/>
          </p:nvSpPr>
          <p:spPr>
            <a:xfrm>
              <a:off x="54528" y="7185"/>
              <a:ext cx="1069603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食品餐飲</a:t>
              </a:r>
            </a:p>
          </p:txBody>
        </p:sp>
      </p:grpSp>
      <p:grpSp>
        <p:nvGrpSpPr>
          <p:cNvPr id="19" name="矩形 2">
            <a:extLst>
              <a:ext uri="{FF2B5EF4-FFF2-40B4-BE49-F238E27FC236}">
                <a16:creationId xmlns:a16="http://schemas.microsoft.com/office/drawing/2014/main" xmlns="" id="{D1AC1ED6-DA3D-795A-B487-485A1CFCE0F1}"/>
              </a:ext>
            </a:extLst>
          </p:cNvPr>
          <p:cNvGrpSpPr/>
          <p:nvPr/>
        </p:nvGrpSpPr>
        <p:grpSpPr>
          <a:xfrm>
            <a:off x="7965711" y="5831987"/>
            <a:ext cx="1178659" cy="383780"/>
            <a:chOff x="-1" y="0"/>
            <a:chExt cx="1178657" cy="383778"/>
          </a:xfrm>
        </p:grpSpPr>
        <p:sp>
          <p:nvSpPr>
            <p:cNvPr id="20" name="矩形">
              <a:extLst>
                <a:ext uri="{FF2B5EF4-FFF2-40B4-BE49-F238E27FC236}">
                  <a16:creationId xmlns:a16="http://schemas.microsoft.com/office/drawing/2014/main" xmlns="" id="{374F9E01-9666-70B5-1726-22E3F7A3F79D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1" name="時尚生活">
              <a:extLst>
                <a:ext uri="{FF2B5EF4-FFF2-40B4-BE49-F238E27FC236}">
                  <a16:creationId xmlns:a16="http://schemas.microsoft.com/office/drawing/2014/main" xmlns="" id="{14475685-DEB0-11B7-4666-781CD69C5AAA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時尚生活</a:t>
              </a:r>
            </a:p>
          </p:txBody>
        </p:sp>
      </p:grpSp>
      <p:grpSp>
        <p:nvGrpSpPr>
          <p:cNvPr id="22" name="矩形 2">
            <a:extLst>
              <a:ext uri="{FF2B5EF4-FFF2-40B4-BE49-F238E27FC236}">
                <a16:creationId xmlns:a16="http://schemas.microsoft.com/office/drawing/2014/main" xmlns="" id="{D57A40FB-9FD5-AF5C-B247-9D45094F0ACC}"/>
              </a:ext>
            </a:extLst>
          </p:cNvPr>
          <p:cNvGrpSpPr/>
          <p:nvPr/>
        </p:nvGrpSpPr>
        <p:grpSpPr>
          <a:xfrm>
            <a:off x="9203030" y="5831987"/>
            <a:ext cx="1456576" cy="383780"/>
            <a:chOff x="0" y="0"/>
            <a:chExt cx="1456574" cy="383778"/>
          </a:xfrm>
        </p:grpSpPr>
        <p:sp>
          <p:nvSpPr>
            <p:cNvPr id="23" name="矩形">
              <a:extLst>
                <a:ext uri="{FF2B5EF4-FFF2-40B4-BE49-F238E27FC236}">
                  <a16:creationId xmlns:a16="http://schemas.microsoft.com/office/drawing/2014/main" xmlns="" id="{D5FDBC8C-7C5A-7DCD-F277-4A74DC67413C}"/>
                </a:ext>
              </a:extLst>
            </p:cNvPr>
            <p:cNvSpPr/>
            <p:nvPr/>
          </p:nvSpPr>
          <p:spPr>
            <a:xfrm>
              <a:off x="-1" y="-1"/>
              <a:ext cx="1456575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4" name="商品規劃包裝">
              <a:extLst>
                <a:ext uri="{FF2B5EF4-FFF2-40B4-BE49-F238E27FC236}">
                  <a16:creationId xmlns:a16="http://schemas.microsoft.com/office/drawing/2014/main" xmlns="" id="{69932356-4EBD-8211-99F8-1862A49945BF}"/>
                </a:ext>
              </a:extLst>
            </p:cNvPr>
            <p:cNvSpPr txBox="1"/>
            <p:nvPr/>
          </p:nvSpPr>
          <p:spPr>
            <a:xfrm>
              <a:off x="54525" y="7185"/>
              <a:ext cx="1347524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商品規劃包裝</a:t>
              </a:r>
            </a:p>
          </p:txBody>
        </p:sp>
      </p:grpSp>
      <p:grpSp>
        <p:nvGrpSpPr>
          <p:cNvPr id="25" name="矩形 2">
            <a:extLst>
              <a:ext uri="{FF2B5EF4-FFF2-40B4-BE49-F238E27FC236}">
                <a16:creationId xmlns:a16="http://schemas.microsoft.com/office/drawing/2014/main" xmlns="" id="{86D65167-FCDD-6DA3-150E-9B2E76978415}"/>
              </a:ext>
            </a:extLst>
          </p:cNvPr>
          <p:cNvGrpSpPr/>
          <p:nvPr/>
        </p:nvGrpSpPr>
        <p:grpSpPr>
          <a:xfrm>
            <a:off x="10708909" y="5831987"/>
            <a:ext cx="1384577" cy="383780"/>
            <a:chOff x="-1" y="0"/>
            <a:chExt cx="1384576" cy="383778"/>
          </a:xfrm>
        </p:grpSpPr>
        <p:sp>
          <p:nvSpPr>
            <p:cNvPr id="26" name="矩形">
              <a:extLst>
                <a:ext uri="{FF2B5EF4-FFF2-40B4-BE49-F238E27FC236}">
                  <a16:creationId xmlns:a16="http://schemas.microsoft.com/office/drawing/2014/main" xmlns="" id="{17F8C02D-C443-33B9-8F9D-9CBE3C9CFCA0}"/>
                </a:ext>
              </a:extLst>
            </p:cNvPr>
            <p:cNvSpPr/>
            <p:nvPr/>
          </p:nvSpPr>
          <p:spPr>
            <a:xfrm>
              <a:off x="-2" y="-1"/>
              <a:ext cx="1384577" cy="383780"/>
            </a:xfrm>
            <a:prstGeom prst="rect">
              <a:avLst/>
            </a:prstGeom>
            <a:solidFill>
              <a:srgbClr val="00B05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7" name="參訪來賓">
              <a:extLst>
                <a:ext uri="{FF2B5EF4-FFF2-40B4-BE49-F238E27FC236}">
                  <a16:creationId xmlns:a16="http://schemas.microsoft.com/office/drawing/2014/main" xmlns="" id="{AE141260-B956-1BD4-55F8-93AE6D1B1222}"/>
                </a:ext>
              </a:extLst>
            </p:cNvPr>
            <p:cNvSpPr txBox="1"/>
            <p:nvPr/>
          </p:nvSpPr>
          <p:spPr>
            <a:xfrm>
              <a:off x="45002" y="7185"/>
              <a:ext cx="1294575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參訪來賓</a:t>
              </a:r>
            </a:p>
          </p:txBody>
        </p:sp>
      </p:grpSp>
      <p:grpSp>
        <p:nvGrpSpPr>
          <p:cNvPr id="28" name="矩形: 圓角 19">
            <a:extLst>
              <a:ext uri="{FF2B5EF4-FFF2-40B4-BE49-F238E27FC236}">
                <a16:creationId xmlns:a16="http://schemas.microsoft.com/office/drawing/2014/main" xmlns="" id="{80EC3EEC-320C-48F5-19EA-EDFBFD775664}"/>
              </a:ext>
            </a:extLst>
          </p:cNvPr>
          <p:cNvGrpSpPr/>
          <p:nvPr/>
        </p:nvGrpSpPr>
        <p:grpSpPr>
          <a:xfrm>
            <a:off x="3773055" y="1822260"/>
            <a:ext cx="2431568" cy="970750"/>
            <a:chOff x="0" y="0"/>
            <a:chExt cx="2431566" cy="970748"/>
          </a:xfrm>
        </p:grpSpPr>
        <p:sp>
          <p:nvSpPr>
            <p:cNvPr id="29" name="圓角矩形">
              <a:extLst>
                <a:ext uri="{FF2B5EF4-FFF2-40B4-BE49-F238E27FC236}">
                  <a16:creationId xmlns:a16="http://schemas.microsoft.com/office/drawing/2014/main" xmlns="" id="{3A345DC8-D17A-6BB1-00B0-5F7F5785ABFD}"/>
                </a:ext>
              </a:extLst>
            </p:cNvPr>
            <p:cNvSpPr/>
            <p:nvPr/>
          </p:nvSpPr>
          <p:spPr>
            <a:xfrm>
              <a:off x="-1" y="-1"/>
              <a:ext cx="2431567" cy="970749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0" name="公司名稱…">
              <a:extLst>
                <a:ext uri="{FF2B5EF4-FFF2-40B4-BE49-F238E27FC236}">
                  <a16:creationId xmlns:a16="http://schemas.microsoft.com/office/drawing/2014/main" xmlns="" id="{640E4531-6A68-617A-5143-02C5B623F5CF}"/>
                </a:ext>
              </a:extLst>
            </p:cNvPr>
            <p:cNvSpPr txBox="1"/>
            <p:nvPr/>
          </p:nvSpPr>
          <p:spPr>
            <a:xfrm>
              <a:off x="88351" y="59369"/>
              <a:ext cx="2254860" cy="8519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r>
                <a:rPr dirty="0" err="1"/>
                <a:t>公司名稱</a:t>
              </a:r>
              <a:endParaRPr dirty="0"/>
            </a:p>
            <a:p>
              <a: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r>
                <a:rPr dirty="0" err="1"/>
                <a:t>職務名稱</a:t>
              </a:r>
              <a:endParaRPr dirty="0"/>
            </a:p>
          </p:txBody>
        </p:sp>
      </p:grpSp>
      <p:grpSp>
        <p:nvGrpSpPr>
          <p:cNvPr id="31" name="矩形: 圓角 25">
            <a:extLst>
              <a:ext uri="{FF2B5EF4-FFF2-40B4-BE49-F238E27FC236}">
                <a16:creationId xmlns:a16="http://schemas.microsoft.com/office/drawing/2014/main" xmlns="" id="{DE62D0C2-76AA-F83C-C1F7-A1497EF6171F}"/>
              </a:ext>
            </a:extLst>
          </p:cNvPr>
          <p:cNvGrpSpPr/>
          <p:nvPr/>
        </p:nvGrpSpPr>
        <p:grpSpPr>
          <a:xfrm>
            <a:off x="3782098" y="2818471"/>
            <a:ext cx="2413481" cy="963529"/>
            <a:chOff x="0" y="-1"/>
            <a:chExt cx="2413480" cy="963528"/>
          </a:xfrm>
        </p:grpSpPr>
        <p:sp>
          <p:nvSpPr>
            <p:cNvPr id="32" name="圓角矩形">
              <a:extLst>
                <a:ext uri="{FF2B5EF4-FFF2-40B4-BE49-F238E27FC236}">
                  <a16:creationId xmlns:a16="http://schemas.microsoft.com/office/drawing/2014/main" xmlns="" id="{33F9D984-0491-C7AE-94B6-008944DB26A6}"/>
                </a:ext>
              </a:extLst>
            </p:cNvPr>
            <p:cNvSpPr/>
            <p:nvPr/>
          </p:nvSpPr>
          <p:spPr>
            <a:xfrm>
              <a:off x="-1" y="-2"/>
              <a:ext cx="2413481" cy="963530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3" name="服務項目">
              <a:extLst>
                <a:ext uri="{FF2B5EF4-FFF2-40B4-BE49-F238E27FC236}">
                  <a16:creationId xmlns:a16="http://schemas.microsoft.com/office/drawing/2014/main" xmlns="" id="{51876C5B-1C19-2987-7D9A-D2B2E9C25AED}"/>
                </a:ext>
              </a:extLst>
            </p:cNvPr>
            <p:cNvSpPr txBox="1"/>
            <p:nvPr/>
          </p:nvSpPr>
          <p:spPr>
            <a:xfrm>
              <a:off x="88345" y="245538"/>
              <a:ext cx="2236788" cy="472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服務項目</a:t>
              </a:r>
            </a:p>
          </p:txBody>
        </p:sp>
      </p:grpSp>
      <p:grpSp>
        <p:nvGrpSpPr>
          <p:cNvPr id="34" name="矩形: 圓角 26">
            <a:extLst>
              <a:ext uri="{FF2B5EF4-FFF2-40B4-BE49-F238E27FC236}">
                <a16:creationId xmlns:a16="http://schemas.microsoft.com/office/drawing/2014/main" xmlns="" id="{D73FE79E-F307-118F-A738-2A317BB9BD45}"/>
              </a:ext>
            </a:extLst>
          </p:cNvPr>
          <p:cNvGrpSpPr/>
          <p:nvPr/>
        </p:nvGrpSpPr>
        <p:grpSpPr>
          <a:xfrm>
            <a:off x="3812665" y="3815705"/>
            <a:ext cx="2413481" cy="963530"/>
            <a:chOff x="-1" y="-1"/>
            <a:chExt cx="2413480" cy="963528"/>
          </a:xfrm>
        </p:grpSpPr>
        <p:sp>
          <p:nvSpPr>
            <p:cNvPr id="35" name="圓角矩形">
              <a:extLst>
                <a:ext uri="{FF2B5EF4-FFF2-40B4-BE49-F238E27FC236}">
                  <a16:creationId xmlns:a16="http://schemas.microsoft.com/office/drawing/2014/main" xmlns="" id="{89803A57-7F08-979B-D3F4-4D030A083EBE}"/>
                </a:ext>
              </a:extLst>
            </p:cNvPr>
            <p:cNvSpPr/>
            <p:nvPr/>
          </p:nvSpPr>
          <p:spPr>
            <a:xfrm>
              <a:off x="-2" y="-2"/>
              <a:ext cx="2413482" cy="963530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6" name="需要引薦">
              <a:extLst>
                <a:ext uri="{FF2B5EF4-FFF2-40B4-BE49-F238E27FC236}">
                  <a16:creationId xmlns:a16="http://schemas.microsoft.com/office/drawing/2014/main" xmlns="" id="{3541D158-AB5C-C676-2D18-E5CA5F36210E}"/>
                </a:ext>
              </a:extLst>
            </p:cNvPr>
            <p:cNvSpPr txBox="1"/>
            <p:nvPr/>
          </p:nvSpPr>
          <p:spPr>
            <a:xfrm>
              <a:off x="88345" y="226489"/>
              <a:ext cx="2236786" cy="510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需要引薦</a:t>
              </a:r>
            </a:p>
          </p:txBody>
        </p:sp>
      </p:grpSp>
      <p:sp>
        <p:nvSpPr>
          <p:cNvPr id="37" name="直線單箭頭接點 29">
            <a:extLst>
              <a:ext uri="{FF2B5EF4-FFF2-40B4-BE49-F238E27FC236}">
                <a16:creationId xmlns:a16="http://schemas.microsoft.com/office/drawing/2014/main" xmlns="" id="{07C57310-FFF6-C651-5D94-70282D6C3896}"/>
              </a:ext>
            </a:extLst>
          </p:cNvPr>
          <p:cNvSpPr/>
          <p:nvPr/>
        </p:nvSpPr>
        <p:spPr>
          <a:xfrm>
            <a:off x="5976798" y="4770054"/>
            <a:ext cx="5486911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8" name="文字方塊 1">
            <a:extLst>
              <a:ext uri="{FF2B5EF4-FFF2-40B4-BE49-F238E27FC236}">
                <a16:creationId xmlns:a16="http://schemas.microsoft.com/office/drawing/2014/main" xmlns="" id="{887A8847-F8A4-EF01-BF17-C95818EA43C6}"/>
              </a:ext>
            </a:extLst>
          </p:cNvPr>
          <p:cNvSpPr txBox="1"/>
          <p:nvPr/>
        </p:nvSpPr>
        <p:spPr>
          <a:xfrm>
            <a:off x="6281783" y="1993953"/>
            <a:ext cx="5658163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28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rPr lang="zh-TW" altLang="en-US" dirty="0"/>
              <a:t>{{CT2}}</a:t>
            </a:r>
            <a:endParaRPr dirty="0"/>
          </a:p>
        </p:txBody>
      </p:sp>
      <p:sp>
        <p:nvSpPr>
          <p:cNvPr id="39" name="文字方塊 1">
            <a:extLst>
              <a:ext uri="{FF2B5EF4-FFF2-40B4-BE49-F238E27FC236}">
                <a16:creationId xmlns:a16="http://schemas.microsoft.com/office/drawing/2014/main" xmlns="" id="{C159DF6A-F09F-E92B-F80F-BD57032004B2}"/>
              </a:ext>
            </a:extLst>
          </p:cNvPr>
          <p:cNvSpPr txBox="1"/>
          <p:nvPr/>
        </p:nvSpPr>
        <p:spPr>
          <a:xfrm>
            <a:off x="6123439" y="3754389"/>
            <a:ext cx="6137395" cy="460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>
            <a:lvl1pPr defTabSz="1219318">
              <a:defRPr sz="24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endParaRPr lang="zh-TW" altLang="en-US" dirty="0"/>
          </a:p>
        </p:txBody>
      </p:sp>
      <p:sp>
        <p:nvSpPr>
          <p:cNvPr id="40" name="直線單箭頭接點 29">
            <a:extLst>
              <a:ext uri="{FF2B5EF4-FFF2-40B4-BE49-F238E27FC236}">
                <a16:creationId xmlns:a16="http://schemas.microsoft.com/office/drawing/2014/main" xmlns="" id="{FD581968-7466-9E82-1A34-FB54CA1DE996}"/>
              </a:ext>
            </a:extLst>
          </p:cNvPr>
          <p:cNvSpPr/>
          <p:nvPr/>
        </p:nvSpPr>
        <p:spPr>
          <a:xfrm>
            <a:off x="5811585" y="3739640"/>
            <a:ext cx="5486910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1" name="直線單箭頭接點 29">
            <a:extLst>
              <a:ext uri="{FF2B5EF4-FFF2-40B4-BE49-F238E27FC236}">
                <a16:creationId xmlns:a16="http://schemas.microsoft.com/office/drawing/2014/main" xmlns="" id="{3215EE6C-AB6B-F464-7BB7-3378156EE67E}"/>
              </a:ext>
            </a:extLst>
          </p:cNvPr>
          <p:cNvSpPr/>
          <p:nvPr/>
        </p:nvSpPr>
        <p:spPr>
          <a:xfrm>
            <a:off x="5701296" y="2715420"/>
            <a:ext cx="5486910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grpSp>
        <p:nvGrpSpPr>
          <p:cNvPr id="42" name="矩形: 圆角 10">
            <a:extLst>
              <a:ext uri="{FF2B5EF4-FFF2-40B4-BE49-F238E27FC236}">
                <a16:creationId xmlns:a16="http://schemas.microsoft.com/office/drawing/2014/main" xmlns="" id="{F5BEFD9A-27E7-E95C-2FFC-8706CAEA0A23}"/>
              </a:ext>
            </a:extLst>
          </p:cNvPr>
          <p:cNvGrpSpPr/>
          <p:nvPr/>
        </p:nvGrpSpPr>
        <p:grpSpPr>
          <a:xfrm>
            <a:off x="1034272" y="4946209"/>
            <a:ext cx="1906943" cy="746741"/>
            <a:chOff x="0" y="15261"/>
            <a:chExt cx="1906941" cy="746739"/>
          </a:xfrm>
        </p:grpSpPr>
        <p:sp>
          <p:nvSpPr>
            <p:cNvPr id="43" name="圓角矩形">
              <a:extLst>
                <a:ext uri="{FF2B5EF4-FFF2-40B4-BE49-F238E27FC236}">
                  <a16:creationId xmlns:a16="http://schemas.microsoft.com/office/drawing/2014/main" xmlns="" id="{9DBFD8BE-FD0B-A5F9-2B4D-E422CBBA673C}"/>
                </a:ext>
              </a:extLst>
            </p:cNvPr>
            <p:cNvSpPr/>
            <p:nvPr/>
          </p:nvSpPr>
          <p:spPr>
            <a:xfrm>
              <a:off x="0" y="15261"/>
              <a:ext cx="1906941" cy="746739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8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44" name="葉芯寧">
              <a:extLst>
                <a:ext uri="{FF2B5EF4-FFF2-40B4-BE49-F238E27FC236}">
                  <a16:creationId xmlns:a16="http://schemas.microsoft.com/office/drawing/2014/main" xmlns="" id="{8265EFF4-6D12-1913-114A-E3EC7358C154}"/>
                </a:ext>
              </a:extLst>
            </p:cNvPr>
            <p:cNvSpPr txBox="1"/>
            <p:nvPr/>
          </p:nvSpPr>
          <p:spPr>
            <a:xfrm>
              <a:off x="112545" y="18284"/>
              <a:ext cx="1681849" cy="7078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39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rPr lang="zh-TW" altLang="en-US" sz="4000" dirty="0"/>
                <a:t>{{NAME2}}</a:t>
              </a:r>
              <a:endParaRPr lang="en-US" altLang="zh-TW" dirty="0"/>
            </a:p>
          </p:txBody>
        </p:sp>
      </p:grpSp>
      <p:grpSp>
        <p:nvGrpSpPr>
          <p:cNvPr id="45" name="矩形: 圓角 26">
            <a:extLst>
              <a:ext uri="{FF2B5EF4-FFF2-40B4-BE49-F238E27FC236}">
                <a16:creationId xmlns:a16="http://schemas.microsoft.com/office/drawing/2014/main" xmlns="" id="{5FCE554C-55C4-EE72-314A-F6C023034063}"/>
              </a:ext>
            </a:extLst>
          </p:cNvPr>
          <p:cNvGrpSpPr/>
          <p:nvPr/>
        </p:nvGrpSpPr>
        <p:grpSpPr>
          <a:xfrm>
            <a:off x="3812665" y="4806993"/>
            <a:ext cx="2414601" cy="963977"/>
            <a:chOff x="0" y="0"/>
            <a:chExt cx="2414599" cy="963975"/>
          </a:xfrm>
        </p:grpSpPr>
        <p:sp>
          <p:nvSpPr>
            <p:cNvPr id="46" name="圓角矩形">
              <a:extLst>
                <a:ext uri="{FF2B5EF4-FFF2-40B4-BE49-F238E27FC236}">
                  <a16:creationId xmlns:a16="http://schemas.microsoft.com/office/drawing/2014/main" xmlns="" id="{E1F597C1-F40E-8D03-4BD1-943D2E892BC9}"/>
                </a:ext>
              </a:extLst>
            </p:cNvPr>
            <p:cNvSpPr/>
            <p:nvPr/>
          </p:nvSpPr>
          <p:spPr>
            <a:xfrm>
              <a:off x="-1" y="-1"/>
              <a:ext cx="2414600" cy="963976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47" name="需要引薦">
              <a:extLst>
                <a:ext uri="{FF2B5EF4-FFF2-40B4-BE49-F238E27FC236}">
                  <a16:creationId xmlns:a16="http://schemas.microsoft.com/office/drawing/2014/main" xmlns="" id="{E8B5C587-E8C0-EECB-99D3-8617816B1FF0}"/>
                </a:ext>
              </a:extLst>
            </p:cNvPr>
            <p:cNvSpPr txBox="1"/>
            <p:nvPr/>
          </p:nvSpPr>
          <p:spPr>
            <a:xfrm>
              <a:off x="88386" y="226712"/>
              <a:ext cx="2237825" cy="510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引薦人</a:t>
              </a:r>
            </a:p>
          </p:txBody>
        </p:sp>
      </p:grpSp>
      <p:sp>
        <p:nvSpPr>
          <p:cNvPr id="48" name="直線單箭頭接點 29">
            <a:extLst>
              <a:ext uri="{FF2B5EF4-FFF2-40B4-BE49-F238E27FC236}">
                <a16:creationId xmlns:a16="http://schemas.microsoft.com/office/drawing/2014/main" xmlns="" id="{F0E96812-3620-8D16-72ED-F2977DE4A1EF}"/>
              </a:ext>
            </a:extLst>
          </p:cNvPr>
          <p:cNvSpPr/>
          <p:nvPr/>
        </p:nvSpPr>
        <p:spPr>
          <a:xfrm>
            <a:off x="6072449" y="5647117"/>
            <a:ext cx="5486911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9" name="文字方塊 1">
            <a:extLst>
              <a:ext uri="{FF2B5EF4-FFF2-40B4-BE49-F238E27FC236}">
                <a16:creationId xmlns:a16="http://schemas.microsoft.com/office/drawing/2014/main" xmlns="" id="{745AD719-865E-C14C-C28F-A1313298D68A}"/>
              </a:ext>
            </a:extLst>
          </p:cNvPr>
          <p:cNvSpPr txBox="1"/>
          <p:nvPr/>
        </p:nvSpPr>
        <p:spPr>
          <a:xfrm>
            <a:off x="6401439" y="4930100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rPr lang="zh-TW" altLang="en-US" sz="2800" dirty="0"/>
              <a:t>{{INVITER2}}</a:t>
            </a:r>
            <a:endParaRPr lang="zh-TW" altLang="en-US" sz="2800" dirty="0"/>
          </a:p>
        </p:txBody>
      </p:sp>
      <p:grpSp>
        <p:nvGrpSpPr>
          <p:cNvPr id="51" name="群組 25">
            <a:extLst>
              <a:ext uri="{FF2B5EF4-FFF2-40B4-BE49-F238E27FC236}">
                <a16:creationId xmlns:a16="http://schemas.microsoft.com/office/drawing/2014/main" xmlns="" id="{1A7F0755-2ADD-2AB0-9B2C-2F3507CBA336}"/>
              </a:ext>
            </a:extLst>
          </p:cNvPr>
          <p:cNvGrpSpPr/>
          <p:nvPr/>
        </p:nvGrpSpPr>
        <p:grpSpPr>
          <a:xfrm>
            <a:off x="786585" y="178907"/>
            <a:ext cx="10404389" cy="1535422"/>
            <a:chOff x="-2" y="-1"/>
            <a:chExt cx="10404387" cy="1535420"/>
          </a:xfrm>
        </p:grpSpPr>
        <p:sp>
          <p:nvSpPr>
            <p:cNvPr id="52" name="平行四邊形 26">
              <a:extLst>
                <a:ext uri="{FF2B5EF4-FFF2-40B4-BE49-F238E27FC236}">
                  <a16:creationId xmlns:a16="http://schemas.microsoft.com/office/drawing/2014/main" xmlns="" id="{16C039E2-863E-5043-2DB9-AD7E0642FFBF}"/>
                </a:ext>
              </a:extLst>
            </p:cNvPr>
            <p:cNvSpPr/>
            <p:nvPr/>
          </p:nvSpPr>
          <p:spPr>
            <a:xfrm>
              <a:off x="479877" y="191883"/>
              <a:ext cx="9358943" cy="134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775" y="0"/>
                  </a:lnTo>
                  <a:lnTo>
                    <a:pt x="21600" y="0"/>
                  </a:lnTo>
                  <a:lnTo>
                    <a:pt x="20825" y="21600"/>
                  </a:lnTo>
                  <a:close/>
                </a:path>
              </a:pathLst>
            </a:custGeom>
            <a:solidFill>
              <a:srgbClr val="C7C7C7"/>
            </a:solidFill>
            <a:ln w="12700" cap="flat">
              <a:noFill/>
              <a:miter lim="400000"/>
            </a:ln>
            <a:effectLst>
              <a:outerShdw blurRad="76200" dist="37674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19318">
                <a:defRPr sz="24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pPr>
              <a:endParaRPr/>
            </a:p>
          </p:txBody>
        </p:sp>
        <p:sp>
          <p:nvSpPr>
            <p:cNvPr id="53" name="平行四邊形 27">
              <a:extLst>
                <a:ext uri="{FF2B5EF4-FFF2-40B4-BE49-F238E27FC236}">
                  <a16:creationId xmlns:a16="http://schemas.microsoft.com/office/drawing/2014/main" xmlns="" id="{8F0D1D4E-E2AF-B19C-4ECC-4F75921D8D2E}"/>
                </a:ext>
              </a:extLst>
            </p:cNvPr>
            <p:cNvSpPr/>
            <p:nvPr/>
          </p:nvSpPr>
          <p:spPr>
            <a:xfrm>
              <a:off x="-2" y="-1"/>
              <a:ext cx="9024141" cy="134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804" y="0"/>
                  </a:lnTo>
                  <a:lnTo>
                    <a:pt x="21600" y="0"/>
                  </a:lnTo>
                  <a:lnTo>
                    <a:pt x="20796" y="21600"/>
                  </a:lnTo>
                  <a:close/>
                </a:path>
              </a:pathLst>
            </a:custGeom>
            <a:solidFill>
              <a:srgbClr val="CF2031"/>
            </a:solidFill>
            <a:ln w="19050" cap="flat">
              <a:solidFill>
                <a:srgbClr val="CF2031"/>
              </a:solidFill>
              <a:prstDash val="solid"/>
              <a:miter lim="800000"/>
            </a:ln>
            <a:effectLst>
              <a:outerShdw blurRad="76200" dist="37674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19318">
                <a:defRPr sz="24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pPr>
              <a:endParaRPr/>
            </a:p>
          </p:txBody>
        </p:sp>
        <p:sp>
          <p:nvSpPr>
            <p:cNvPr id="54" name="矩形 29">
              <a:extLst>
                <a:ext uri="{FF2B5EF4-FFF2-40B4-BE49-F238E27FC236}">
                  <a16:creationId xmlns:a16="http://schemas.microsoft.com/office/drawing/2014/main" xmlns="" id="{F39CA52A-F7DB-1697-D678-D81663012D45}"/>
                </a:ext>
              </a:extLst>
            </p:cNvPr>
            <p:cNvSpPr txBox="1"/>
            <p:nvPr/>
          </p:nvSpPr>
          <p:spPr>
            <a:xfrm>
              <a:off x="1119243" y="864008"/>
              <a:ext cx="6725891" cy="3312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>
              <a:lvl1pPr defTabSz="1219318">
                <a:defRPr sz="16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r>
                <a:t>WELCOME VISITORS</a:t>
              </a:r>
            </a:p>
          </p:txBody>
        </p:sp>
        <p:grpSp>
          <p:nvGrpSpPr>
            <p:cNvPr id="55" name="橢圓 30">
              <a:extLst>
                <a:ext uri="{FF2B5EF4-FFF2-40B4-BE49-F238E27FC236}">
                  <a16:creationId xmlns:a16="http://schemas.microsoft.com/office/drawing/2014/main" xmlns="" id="{6EB71EE6-6735-14B0-DA9A-EC355F55C01C}"/>
                </a:ext>
              </a:extLst>
            </p:cNvPr>
            <p:cNvGrpSpPr/>
            <p:nvPr/>
          </p:nvGrpSpPr>
          <p:grpSpPr>
            <a:xfrm>
              <a:off x="9169203" y="54000"/>
              <a:ext cx="1235182" cy="1235186"/>
              <a:chOff x="-2" y="-2"/>
              <a:chExt cx="1235181" cy="1235185"/>
            </a:xfrm>
          </p:grpSpPr>
          <p:sp>
            <p:nvSpPr>
              <p:cNvPr id="57" name="圓形">
                <a:extLst>
                  <a:ext uri="{FF2B5EF4-FFF2-40B4-BE49-F238E27FC236}">
                    <a16:creationId xmlns:a16="http://schemas.microsoft.com/office/drawing/2014/main" xmlns="" id="{DC44ACC2-811F-68B6-63B7-C25695ABCC2D}"/>
                  </a:ext>
                </a:extLst>
              </p:cNvPr>
              <p:cNvSpPr/>
              <p:nvPr/>
            </p:nvSpPr>
            <p:spPr>
              <a:xfrm>
                <a:off x="-2" y="-2"/>
                <a:ext cx="1235181" cy="1235185"/>
              </a:xfrm>
              <a:prstGeom prst="ellipse">
                <a:avLst/>
              </a:prstGeom>
              <a:solidFill>
                <a:srgbClr val="CF2031"/>
              </a:solidFill>
              <a:ln w="19050" cap="flat">
                <a:solidFill>
                  <a:srgbClr val="CF2031"/>
                </a:solidFill>
                <a:prstDash val="solid"/>
                <a:miter lim="800000"/>
              </a:ln>
              <a:effectLst>
                <a:outerShdw blurRad="76200" dist="37674" dir="2700000" rotWithShape="0">
                  <a:srgbClr val="000000">
                    <a:alpha val="40000"/>
                  </a:srgbClr>
                </a:outerShdw>
              </a:effectLst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1219318">
                  <a:defRPr sz="3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58" name="02">
                <a:extLst>
                  <a:ext uri="{FF2B5EF4-FFF2-40B4-BE49-F238E27FC236}">
                    <a16:creationId xmlns:a16="http://schemas.microsoft.com/office/drawing/2014/main" xmlns="" id="{BFB696E0-8564-5B33-0B38-FC844FD37BCA}"/>
                  </a:ext>
                </a:extLst>
              </p:cNvPr>
              <p:cNvSpPr txBox="1"/>
              <p:nvPr/>
            </p:nvSpPr>
            <p:spPr>
              <a:xfrm>
                <a:off x="235412" y="325921"/>
                <a:ext cx="764352" cy="58331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4999" tIns="44999" rIns="44999" bIns="44999" numCol="1" anchor="ctr">
                <a:spAutoFit/>
              </a:bodyPr>
              <a:lstStyle>
                <a:lvl1pPr algn="ctr" defTabSz="1219318">
                  <a:defRPr sz="3200" b="1">
                    <a:solidFill>
                      <a:srgbClr val="FFFFFF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defRPr>
                </a:lvl1pPr>
              </a:lstStyle>
              <a:p>
                <a:r>
                  <a:rPr smtClean="0"/>
                  <a:t>0</a:t>
                </a:r>
                <a:r>
                  <a:rPr lang="en-US" smtClean="0"/>
                  <a:t>2</a:t>
                </a:r>
              </a:p>
            </p:txBody>
          </p:sp>
        </p:grpSp>
        <p:sp>
          <p:nvSpPr>
            <p:cNvPr id="56" name="文字方塊 28">
              <a:extLst>
                <a:ext uri="{FF2B5EF4-FFF2-40B4-BE49-F238E27FC236}">
                  <a16:creationId xmlns:a16="http://schemas.microsoft.com/office/drawing/2014/main" xmlns="" id="{FDEB0F6B-5468-4333-0783-0B70F0A918F9}"/>
                </a:ext>
              </a:extLst>
            </p:cNvPr>
            <p:cNvSpPr txBox="1"/>
            <p:nvPr/>
          </p:nvSpPr>
          <p:spPr>
            <a:xfrm>
              <a:off x="1002962" y="96123"/>
              <a:ext cx="7034052" cy="940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>
              <a:lvl1pPr algn="just" defTabSz="1219318">
                <a:defRPr sz="48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r>
                <a:rPr dirty="0"/>
                <a:t>來賓15秒自我介紹</a:t>
              </a:r>
            </a:p>
          </p:txBody>
        </p:sp>
      </p:grpSp>
      <p:sp>
        <p:nvSpPr>
          <p:cNvPr id="50" name="文字方塊 1">
            <a:extLst>
              <a:ext uri="{FF2B5EF4-FFF2-40B4-BE49-F238E27FC236}">
                <a16:creationId xmlns:a16="http://schemas.microsoft.com/office/drawing/2014/main" xmlns="" id="{AEEAD3CC-BFC0-0C12-9D33-83DA249EE6D9}"/>
              </a:ext>
            </a:extLst>
          </p:cNvPr>
          <p:cNvSpPr txBox="1"/>
          <p:nvPr/>
        </p:nvSpPr>
        <p:spPr>
          <a:xfrm>
            <a:off x="6457086" y="4006870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endParaRPr lang="zh-TW" altLang="en-US" sz="2800" dirty="0"/>
          </a:p>
        </p:txBody>
      </p:sp>
      <p:sp>
        <p:nvSpPr>
          <p:cNvPr id="61" name="文字方塊 1">
            <a:extLst>
              <a:ext uri="{FF2B5EF4-FFF2-40B4-BE49-F238E27FC236}">
                <a16:creationId xmlns:a16="http://schemas.microsoft.com/office/drawing/2014/main" xmlns="" id="{1080D13B-346E-6AA5-BA21-6F5E163775B0}"/>
              </a:ext>
            </a:extLst>
          </p:cNvPr>
          <p:cNvSpPr txBox="1"/>
          <p:nvPr/>
        </p:nvSpPr>
        <p:spPr>
          <a:xfrm>
            <a:off x="6338379" y="2953784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r>
              <a:rPr lang="zh-TW" altLang="en-US" sz="2800" dirty="0"/>
              <a:t>{{SERVICE2}}</a:t>
            </a:r>
            <a:endParaRPr lang="zh-TW" altLang="en-US" sz="2800" dirty="0"/>
          </a:p>
        </p:txBody>
      </p:sp>
      <p:sp>
        <p:nvSpPr>
          <p:cNvPr id="3" name="文字方塊 1">
            <a:extLst>
              <a:ext uri="{FF2B5EF4-FFF2-40B4-BE49-F238E27FC236}">
                <a16:creationId xmlns:a16="http://schemas.microsoft.com/office/drawing/2014/main" xmlns="" id="{879A7CB1-DF92-1475-A893-865DBE704EAE}"/>
              </a:ext>
            </a:extLst>
          </p:cNvPr>
          <p:cNvSpPr txBox="1"/>
          <p:nvPr/>
        </p:nvSpPr>
        <p:spPr>
          <a:xfrm>
            <a:off x="6400319" y="3747445"/>
            <a:ext cx="5467425" cy="829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r>
              <a:rPr lang="zh-TW" altLang="en-US" sz="2400" dirty="0"/>
              <a:t>{{SEEKING2}}</a:t>
            </a:r>
            <a:endParaRPr lang="zh-TW" altLang="en-US" sz="2400" dirty="0"/>
          </a:p>
        </p:txBody>
      </p:sp>
      <p:sp>
        <p:nvSpPr>
          <p:cNvPr id="902" name="PhotoBox"/>
          <p:cNvSpPr/>
          <p:nvPr/>
        </p:nvSpPr>
        <p:spPr>
          <a:xfrm>
            <a:off x="936972" y="1585307"/>
            <a:ext cx="2101540" cy="3312245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A6221A"/>
            </a:solidFill>
            <a:prstDash val="dash"/>
          </a:ln>
        </p:spPr>
        <p:txBody>
          <a:bodyPr anchor="ctr"/>
          <a:lstStyle/>
          <a:p>
            <a:pPr algn="ctr"/>
            <a:r>
              <a:rPr lang="zh-TW" sz="1500">
                <a:solidFill>
                  <a:srgbClr val="7A6E5A"/>
                </a:solidFill>
              </a:rPr>
              <a:t>請貼上來賓照片</a:t>
            </a:r>
          </a:p>
          <a:p>
            <a:pPr algn="ctr"/>
            <a:r>
              <a:rPr lang="zh-TW" sz="1100">
                <a:solidFill>
                  <a:srgbClr val="7A6E5A"/>
                </a:solidFill>
              </a:rPr>
              <a:t>(下載後自行貼上)</a:t>
            </a:r>
          </a:p>
        </p:txBody>
      </p:sp>
    </p:spTree>
    <p:extLst>
      <p:ext uri="{BB962C8B-B14F-4D97-AF65-F5344CB8AC3E}">
        <p14:creationId xmlns:p14="http://schemas.microsoft.com/office/powerpoint/2010/main" val="3676949798"/>
      </p:ext>
    </p:extLst>
  </p:cSld>
  <p:clrMapOvr>
    <a:masterClrMapping/>
  </p:clrMapOvr>
</p:sld>
</file>

<file path=ppt/slides/slideG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4C9FC0D-04C7-9CDD-F82E-B9BCA948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矩形 2">
            <a:extLst>
              <a:ext uri="{FF2B5EF4-FFF2-40B4-BE49-F238E27FC236}">
                <a16:creationId xmlns:a16="http://schemas.microsoft.com/office/drawing/2014/main" xmlns="" id="{5D6DAABF-D057-E96D-98C3-C235BE9EAD8D}"/>
              </a:ext>
            </a:extLst>
          </p:cNvPr>
          <p:cNvGrpSpPr/>
          <p:nvPr/>
        </p:nvGrpSpPr>
        <p:grpSpPr>
          <a:xfrm>
            <a:off x="1771191" y="5831987"/>
            <a:ext cx="1178659" cy="383780"/>
            <a:chOff x="-1" y="0"/>
            <a:chExt cx="1178657" cy="383778"/>
          </a:xfrm>
        </p:grpSpPr>
        <p:sp>
          <p:nvSpPr>
            <p:cNvPr id="5" name="矩形">
              <a:extLst>
                <a:ext uri="{FF2B5EF4-FFF2-40B4-BE49-F238E27FC236}">
                  <a16:creationId xmlns:a16="http://schemas.microsoft.com/office/drawing/2014/main" xmlns="" id="{CBC5F700-2CB3-4CA1-6EE6-8B65700EF1F7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" name="金融投資">
              <a:extLst>
                <a:ext uri="{FF2B5EF4-FFF2-40B4-BE49-F238E27FC236}">
                  <a16:creationId xmlns:a16="http://schemas.microsoft.com/office/drawing/2014/main" xmlns="" id="{72175538-B2BE-E4E4-EFD1-C073FD90CEA9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金融投資</a:t>
              </a:r>
            </a:p>
          </p:txBody>
        </p:sp>
      </p:grpSp>
      <p:grpSp>
        <p:nvGrpSpPr>
          <p:cNvPr id="7" name="矩形 2">
            <a:extLst>
              <a:ext uri="{FF2B5EF4-FFF2-40B4-BE49-F238E27FC236}">
                <a16:creationId xmlns:a16="http://schemas.microsoft.com/office/drawing/2014/main" xmlns="" id="{783FA7C6-08B2-D9FF-2FCE-D5F94D8A267E}"/>
              </a:ext>
            </a:extLst>
          </p:cNvPr>
          <p:cNvGrpSpPr/>
          <p:nvPr/>
        </p:nvGrpSpPr>
        <p:grpSpPr>
          <a:xfrm>
            <a:off x="3017511" y="5831987"/>
            <a:ext cx="1178659" cy="383780"/>
            <a:chOff x="-1" y="0"/>
            <a:chExt cx="1178657" cy="383778"/>
          </a:xfrm>
        </p:grpSpPr>
        <p:sp>
          <p:nvSpPr>
            <p:cNvPr id="8" name="矩形">
              <a:extLst>
                <a:ext uri="{FF2B5EF4-FFF2-40B4-BE49-F238E27FC236}">
                  <a16:creationId xmlns:a16="http://schemas.microsoft.com/office/drawing/2014/main" xmlns="" id="{737BE9B1-C068-8950-4AAE-8AB5380957B8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" name="品牌推廣">
              <a:extLst>
                <a:ext uri="{FF2B5EF4-FFF2-40B4-BE49-F238E27FC236}">
                  <a16:creationId xmlns:a16="http://schemas.microsoft.com/office/drawing/2014/main" xmlns="" id="{4F1669A1-5291-9DEC-1BE9-D1BB03174833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品牌推廣</a:t>
              </a:r>
            </a:p>
          </p:txBody>
        </p:sp>
      </p:grpSp>
      <p:grpSp>
        <p:nvGrpSpPr>
          <p:cNvPr id="10" name="矩形 2">
            <a:extLst>
              <a:ext uri="{FF2B5EF4-FFF2-40B4-BE49-F238E27FC236}">
                <a16:creationId xmlns:a16="http://schemas.microsoft.com/office/drawing/2014/main" xmlns="" id="{7FAF0CBB-E577-255F-C8AA-C2D59E1813CD}"/>
              </a:ext>
            </a:extLst>
          </p:cNvPr>
          <p:cNvGrpSpPr/>
          <p:nvPr/>
        </p:nvGrpSpPr>
        <p:grpSpPr>
          <a:xfrm>
            <a:off x="4254469" y="5831987"/>
            <a:ext cx="1178659" cy="383780"/>
            <a:chOff x="-1" y="0"/>
            <a:chExt cx="1178657" cy="383778"/>
          </a:xfrm>
        </p:grpSpPr>
        <p:sp>
          <p:nvSpPr>
            <p:cNvPr id="11" name="矩形">
              <a:extLst>
                <a:ext uri="{FF2B5EF4-FFF2-40B4-BE49-F238E27FC236}">
                  <a16:creationId xmlns:a16="http://schemas.microsoft.com/office/drawing/2014/main" xmlns="" id="{2C0E2AA6-3245-4DB6-A9E9-C968D2A7D580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2" name="商業服務">
              <a:extLst>
                <a:ext uri="{FF2B5EF4-FFF2-40B4-BE49-F238E27FC236}">
                  <a16:creationId xmlns:a16="http://schemas.microsoft.com/office/drawing/2014/main" xmlns="" id="{A10E25BF-C5DF-E231-42AC-12B9467FB38D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商業服務</a:t>
              </a:r>
            </a:p>
          </p:txBody>
        </p:sp>
      </p:grpSp>
      <p:grpSp>
        <p:nvGrpSpPr>
          <p:cNvPr id="13" name="矩形 2">
            <a:extLst>
              <a:ext uri="{FF2B5EF4-FFF2-40B4-BE49-F238E27FC236}">
                <a16:creationId xmlns:a16="http://schemas.microsoft.com/office/drawing/2014/main" xmlns="" id="{642D1255-5A24-91AA-33D6-7DCA2C8AA973}"/>
              </a:ext>
            </a:extLst>
          </p:cNvPr>
          <p:cNvGrpSpPr/>
          <p:nvPr/>
        </p:nvGrpSpPr>
        <p:grpSpPr>
          <a:xfrm>
            <a:off x="5491428" y="5831987"/>
            <a:ext cx="1178656" cy="383780"/>
            <a:chOff x="-1" y="0"/>
            <a:chExt cx="1178654" cy="383778"/>
          </a:xfrm>
        </p:grpSpPr>
        <p:sp>
          <p:nvSpPr>
            <p:cNvPr id="14" name="矩形">
              <a:extLst>
                <a:ext uri="{FF2B5EF4-FFF2-40B4-BE49-F238E27FC236}">
                  <a16:creationId xmlns:a16="http://schemas.microsoft.com/office/drawing/2014/main" xmlns="" id="{9D12C0D3-B366-1864-B7C7-05C6882668F5}"/>
                </a:ext>
              </a:extLst>
            </p:cNvPr>
            <p:cNvSpPr/>
            <p:nvPr/>
          </p:nvSpPr>
          <p:spPr>
            <a:xfrm>
              <a:off x="-2" y="-1"/>
              <a:ext cx="1178656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" name="醫療健康">
              <a:extLst>
                <a:ext uri="{FF2B5EF4-FFF2-40B4-BE49-F238E27FC236}">
                  <a16:creationId xmlns:a16="http://schemas.microsoft.com/office/drawing/2014/main" xmlns="" id="{F5CF93FC-3C84-1AA2-C15D-7A10D1878C5B}"/>
                </a:ext>
              </a:extLst>
            </p:cNvPr>
            <p:cNvSpPr txBox="1"/>
            <p:nvPr/>
          </p:nvSpPr>
          <p:spPr>
            <a:xfrm>
              <a:off x="54526" y="7185"/>
              <a:ext cx="1069601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醫療健康</a:t>
              </a:r>
            </a:p>
          </p:txBody>
        </p:sp>
      </p:grpSp>
      <p:grpSp>
        <p:nvGrpSpPr>
          <p:cNvPr id="16" name="矩形 2">
            <a:extLst>
              <a:ext uri="{FF2B5EF4-FFF2-40B4-BE49-F238E27FC236}">
                <a16:creationId xmlns:a16="http://schemas.microsoft.com/office/drawing/2014/main" xmlns="" id="{E36532E3-06CB-6256-CEAE-03233547F4FB}"/>
              </a:ext>
            </a:extLst>
          </p:cNvPr>
          <p:cNvGrpSpPr/>
          <p:nvPr/>
        </p:nvGrpSpPr>
        <p:grpSpPr>
          <a:xfrm>
            <a:off x="6728750" y="5831987"/>
            <a:ext cx="1178659" cy="383780"/>
            <a:chOff x="-1" y="0"/>
            <a:chExt cx="1178657" cy="383778"/>
          </a:xfrm>
        </p:grpSpPr>
        <p:sp>
          <p:nvSpPr>
            <p:cNvPr id="17" name="矩形">
              <a:extLst>
                <a:ext uri="{FF2B5EF4-FFF2-40B4-BE49-F238E27FC236}">
                  <a16:creationId xmlns:a16="http://schemas.microsoft.com/office/drawing/2014/main" xmlns="" id="{2AC36A8F-B16F-8E8C-0EDC-1AFEA896E0D9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8" name="食品餐飲">
              <a:extLst>
                <a:ext uri="{FF2B5EF4-FFF2-40B4-BE49-F238E27FC236}">
                  <a16:creationId xmlns:a16="http://schemas.microsoft.com/office/drawing/2014/main" xmlns="" id="{DF4543CD-11F2-22CE-1A53-24DBE70CDE10}"/>
                </a:ext>
              </a:extLst>
            </p:cNvPr>
            <p:cNvSpPr txBox="1"/>
            <p:nvPr/>
          </p:nvSpPr>
          <p:spPr>
            <a:xfrm>
              <a:off x="54528" y="7185"/>
              <a:ext cx="1069603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食品餐飲</a:t>
              </a:r>
            </a:p>
          </p:txBody>
        </p:sp>
      </p:grpSp>
      <p:grpSp>
        <p:nvGrpSpPr>
          <p:cNvPr id="19" name="矩形 2">
            <a:extLst>
              <a:ext uri="{FF2B5EF4-FFF2-40B4-BE49-F238E27FC236}">
                <a16:creationId xmlns:a16="http://schemas.microsoft.com/office/drawing/2014/main" xmlns="" id="{D1AC1ED6-DA3D-795A-B487-485A1CFCE0F1}"/>
              </a:ext>
            </a:extLst>
          </p:cNvPr>
          <p:cNvGrpSpPr/>
          <p:nvPr/>
        </p:nvGrpSpPr>
        <p:grpSpPr>
          <a:xfrm>
            <a:off x="7965711" y="5831987"/>
            <a:ext cx="1178659" cy="383780"/>
            <a:chOff x="-1" y="0"/>
            <a:chExt cx="1178657" cy="383778"/>
          </a:xfrm>
        </p:grpSpPr>
        <p:sp>
          <p:nvSpPr>
            <p:cNvPr id="20" name="矩形">
              <a:extLst>
                <a:ext uri="{FF2B5EF4-FFF2-40B4-BE49-F238E27FC236}">
                  <a16:creationId xmlns:a16="http://schemas.microsoft.com/office/drawing/2014/main" xmlns="" id="{374F9E01-9666-70B5-1726-22E3F7A3F79D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1" name="時尚生活">
              <a:extLst>
                <a:ext uri="{FF2B5EF4-FFF2-40B4-BE49-F238E27FC236}">
                  <a16:creationId xmlns:a16="http://schemas.microsoft.com/office/drawing/2014/main" xmlns="" id="{14475685-DEB0-11B7-4666-781CD69C5AAA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時尚生活</a:t>
              </a:r>
            </a:p>
          </p:txBody>
        </p:sp>
      </p:grpSp>
      <p:grpSp>
        <p:nvGrpSpPr>
          <p:cNvPr id="22" name="矩形 2">
            <a:extLst>
              <a:ext uri="{FF2B5EF4-FFF2-40B4-BE49-F238E27FC236}">
                <a16:creationId xmlns:a16="http://schemas.microsoft.com/office/drawing/2014/main" xmlns="" id="{D57A40FB-9FD5-AF5C-B247-9D45094F0ACC}"/>
              </a:ext>
            </a:extLst>
          </p:cNvPr>
          <p:cNvGrpSpPr/>
          <p:nvPr/>
        </p:nvGrpSpPr>
        <p:grpSpPr>
          <a:xfrm>
            <a:off x="9203030" y="5831987"/>
            <a:ext cx="1456576" cy="383780"/>
            <a:chOff x="0" y="0"/>
            <a:chExt cx="1456574" cy="383778"/>
          </a:xfrm>
        </p:grpSpPr>
        <p:sp>
          <p:nvSpPr>
            <p:cNvPr id="23" name="矩形">
              <a:extLst>
                <a:ext uri="{FF2B5EF4-FFF2-40B4-BE49-F238E27FC236}">
                  <a16:creationId xmlns:a16="http://schemas.microsoft.com/office/drawing/2014/main" xmlns="" id="{D5FDBC8C-7C5A-7DCD-F277-4A74DC67413C}"/>
                </a:ext>
              </a:extLst>
            </p:cNvPr>
            <p:cNvSpPr/>
            <p:nvPr/>
          </p:nvSpPr>
          <p:spPr>
            <a:xfrm>
              <a:off x="-1" y="-1"/>
              <a:ext cx="1456575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4" name="商品規劃包裝">
              <a:extLst>
                <a:ext uri="{FF2B5EF4-FFF2-40B4-BE49-F238E27FC236}">
                  <a16:creationId xmlns:a16="http://schemas.microsoft.com/office/drawing/2014/main" xmlns="" id="{69932356-4EBD-8211-99F8-1862A49945BF}"/>
                </a:ext>
              </a:extLst>
            </p:cNvPr>
            <p:cNvSpPr txBox="1"/>
            <p:nvPr/>
          </p:nvSpPr>
          <p:spPr>
            <a:xfrm>
              <a:off x="54525" y="7185"/>
              <a:ext cx="1347524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商品規劃包裝</a:t>
              </a:r>
            </a:p>
          </p:txBody>
        </p:sp>
      </p:grpSp>
      <p:grpSp>
        <p:nvGrpSpPr>
          <p:cNvPr id="25" name="矩形 2">
            <a:extLst>
              <a:ext uri="{FF2B5EF4-FFF2-40B4-BE49-F238E27FC236}">
                <a16:creationId xmlns:a16="http://schemas.microsoft.com/office/drawing/2014/main" xmlns="" id="{86D65167-FCDD-6DA3-150E-9B2E76978415}"/>
              </a:ext>
            </a:extLst>
          </p:cNvPr>
          <p:cNvGrpSpPr/>
          <p:nvPr/>
        </p:nvGrpSpPr>
        <p:grpSpPr>
          <a:xfrm>
            <a:off x="10708909" y="5831987"/>
            <a:ext cx="1384577" cy="383780"/>
            <a:chOff x="-1" y="0"/>
            <a:chExt cx="1384576" cy="383778"/>
          </a:xfrm>
        </p:grpSpPr>
        <p:sp>
          <p:nvSpPr>
            <p:cNvPr id="26" name="矩形">
              <a:extLst>
                <a:ext uri="{FF2B5EF4-FFF2-40B4-BE49-F238E27FC236}">
                  <a16:creationId xmlns:a16="http://schemas.microsoft.com/office/drawing/2014/main" xmlns="" id="{17F8C02D-C443-33B9-8F9D-9CBE3C9CFCA0}"/>
                </a:ext>
              </a:extLst>
            </p:cNvPr>
            <p:cNvSpPr/>
            <p:nvPr/>
          </p:nvSpPr>
          <p:spPr>
            <a:xfrm>
              <a:off x="-2" y="-1"/>
              <a:ext cx="1384577" cy="383780"/>
            </a:xfrm>
            <a:prstGeom prst="rect">
              <a:avLst/>
            </a:prstGeom>
            <a:solidFill>
              <a:srgbClr val="00B05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7" name="參訪來賓">
              <a:extLst>
                <a:ext uri="{FF2B5EF4-FFF2-40B4-BE49-F238E27FC236}">
                  <a16:creationId xmlns:a16="http://schemas.microsoft.com/office/drawing/2014/main" xmlns="" id="{AE141260-B956-1BD4-55F8-93AE6D1B1222}"/>
                </a:ext>
              </a:extLst>
            </p:cNvPr>
            <p:cNvSpPr txBox="1"/>
            <p:nvPr/>
          </p:nvSpPr>
          <p:spPr>
            <a:xfrm>
              <a:off x="45002" y="7185"/>
              <a:ext cx="1294575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參訪來賓</a:t>
              </a:r>
            </a:p>
          </p:txBody>
        </p:sp>
      </p:grpSp>
      <p:grpSp>
        <p:nvGrpSpPr>
          <p:cNvPr id="28" name="矩形: 圓角 19">
            <a:extLst>
              <a:ext uri="{FF2B5EF4-FFF2-40B4-BE49-F238E27FC236}">
                <a16:creationId xmlns:a16="http://schemas.microsoft.com/office/drawing/2014/main" xmlns="" id="{80EC3EEC-320C-48F5-19EA-EDFBFD775664}"/>
              </a:ext>
            </a:extLst>
          </p:cNvPr>
          <p:cNvGrpSpPr/>
          <p:nvPr/>
        </p:nvGrpSpPr>
        <p:grpSpPr>
          <a:xfrm>
            <a:off x="3773055" y="1822260"/>
            <a:ext cx="2431568" cy="970750"/>
            <a:chOff x="0" y="0"/>
            <a:chExt cx="2431566" cy="970748"/>
          </a:xfrm>
        </p:grpSpPr>
        <p:sp>
          <p:nvSpPr>
            <p:cNvPr id="29" name="圓角矩形">
              <a:extLst>
                <a:ext uri="{FF2B5EF4-FFF2-40B4-BE49-F238E27FC236}">
                  <a16:creationId xmlns:a16="http://schemas.microsoft.com/office/drawing/2014/main" xmlns="" id="{3A345DC8-D17A-6BB1-00B0-5F7F5785ABFD}"/>
                </a:ext>
              </a:extLst>
            </p:cNvPr>
            <p:cNvSpPr/>
            <p:nvPr/>
          </p:nvSpPr>
          <p:spPr>
            <a:xfrm>
              <a:off x="-1" y="-1"/>
              <a:ext cx="2431567" cy="970749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0" name="公司名稱…">
              <a:extLst>
                <a:ext uri="{FF2B5EF4-FFF2-40B4-BE49-F238E27FC236}">
                  <a16:creationId xmlns:a16="http://schemas.microsoft.com/office/drawing/2014/main" xmlns="" id="{640E4531-6A68-617A-5143-02C5B623F5CF}"/>
                </a:ext>
              </a:extLst>
            </p:cNvPr>
            <p:cNvSpPr txBox="1"/>
            <p:nvPr/>
          </p:nvSpPr>
          <p:spPr>
            <a:xfrm>
              <a:off x="88351" y="59369"/>
              <a:ext cx="2254860" cy="8519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r>
                <a:rPr dirty="0" err="1"/>
                <a:t>公司名稱</a:t>
              </a:r>
              <a:endParaRPr dirty="0"/>
            </a:p>
            <a:p>
              <a: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r>
                <a:rPr dirty="0" err="1"/>
                <a:t>職務名稱</a:t>
              </a:r>
              <a:endParaRPr dirty="0"/>
            </a:p>
          </p:txBody>
        </p:sp>
      </p:grpSp>
      <p:grpSp>
        <p:nvGrpSpPr>
          <p:cNvPr id="31" name="矩形: 圓角 25">
            <a:extLst>
              <a:ext uri="{FF2B5EF4-FFF2-40B4-BE49-F238E27FC236}">
                <a16:creationId xmlns:a16="http://schemas.microsoft.com/office/drawing/2014/main" xmlns="" id="{DE62D0C2-76AA-F83C-C1F7-A1497EF6171F}"/>
              </a:ext>
            </a:extLst>
          </p:cNvPr>
          <p:cNvGrpSpPr/>
          <p:nvPr/>
        </p:nvGrpSpPr>
        <p:grpSpPr>
          <a:xfrm>
            <a:off x="3782098" y="2818471"/>
            <a:ext cx="2413481" cy="963529"/>
            <a:chOff x="0" y="-1"/>
            <a:chExt cx="2413480" cy="963528"/>
          </a:xfrm>
        </p:grpSpPr>
        <p:sp>
          <p:nvSpPr>
            <p:cNvPr id="32" name="圓角矩形">
              <a:extLst>
                <a:ext uri="{FF2B5EF4-FFF2-40B4-BE49-F238E27FC236}">
                  <a16:creationId xmlns:a16="http://schemas.microsoft.com/office/drawing/2014/main" xmlns="" id="{33F9D984-0491-C7AE-94B6-008944DB26A6}"/>
                </a:ext>
              </a:extLst>
            </p:cNvPr>
            <p:cNvSpPr/>
            <p:nvPr/>
          </p:nvSpPr>
          <p:spPr>
            <a:xfrm>
              <a:off x="-1" y="-2"/>
              <a:ext cx="2413481" cy="963530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3" name="服務項目">
              <a:extLst>
                <a:ext uri="{FF2B5EF4-FFF2-40B4-BE49-F238E27FC236}">
                  <a16:creationId xmlns:a16="http://schemas.microsoft.com/office/drawing/2014/main" xmlns="" id="{51876C5B-1C19-2987-7D9A-D2B2E9C25AED}"/>
                </a:ext>
              </a:extLst>
            </p:cNvPr>
            <p:cNvSpPr txBox="1"/>
            <p:nvPr/>
          </p:nvSpPr>
          <p:spPr>
            <a:xfrm>
              <a:off x="88345" y="245538"/>
              <a:ext cx="2236788" cy="472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服務項目</a:t>
              </a:r>
            </a:p>
          </p:txBody>
        </p:sp>
      </p:grpSp>
      <p:grpSp>
        <p:nvGrpSpPr>
          <p:cNvPr id="34" name="矩形: 圓角 26">
            <a:extLst>
              <a:ext uri="{FF2B5EF4-FFF2-40B4-BE49-F238E27FC236}">
                <a16:creationId xmlns:a16="http://schemas.microsoft.com/office/drawing/2014/main" xmlns="" id="{D73FE79E-F307-118F-A738-2A317BB9BD45}"/>
              </a:ext>
            </a:extLst>
          </p:cNvPr>
          <p:cNvGrpSpPr/>
          <p:nvPr/>
        </p:nvGrpSpPr>
        <p:grpSpPr>
          <a:xfrm>
            <a:off x="3812665" y="3815705"/>
            <a:ext cx="2413481" cy="963530"/>
            <a:chOff x="-1" y="-1"/>
            <a:chExt cx="2413480" cy="963528"/>
          </a:xfrm>
        </p:grpSpPr>
        <p:sp>
          <p:nvSpPr>
            <p:cNvPr id="35" name="圓角矩形">
              <a:extLst>
                <a:ext uri="{FF2B5EF4-FFF2-40B4-BE49-F238E27FC236}">
                  <a16:creationId xmlns:a16="http://schemas.microsoft.com/office/drawing/2014/main" xmlns="" id="{89803A57-7F08-979B-D3F4-4D030A083EBE}"/>
                </a:ext>
              </a:extLst>
            </p:cNvPr>
            <p:cNvSpPr/>
            <p:nvPr/>
          </p:nvSpPr>
          <p:spPr>
            <a:xfrm>
              <a:off x="-2" y="-2"/>
              <a:ext cx="2413482" cy="963530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6" name="需要引薦">
              <a:extLst>
                <a:ext uri="{FF2B5EF4-FFF2-40B4-BE49-F238E27FC236}">
                  <a16:creationId xmlns:a16="http://schemas.microsoft.com/office/drawing/2014/main" xmlns="" id="{3541D158-AB5C-C676-2D18-E5CA5F36210E}"/>
                </a:ext>
              </a:extLst>
            </p:cNvPr>
            <p:cNvSpPr txBox="1"/>
            <p:nvPr/>
          </p:nvSpPr>
          <p:spPr>
            <a:xfrm>
              <a:off x="88345" y="226489"/>
              <a:ext cx="2236786" cy="510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需要引薦</a:t>
              </a:r>
            </a:p>
          </p:txBody>
        </p:sp>
      </p:grpSp>
      <p:sp>
        <p:nvSpPr>
          <p:cNvPr id="37" name="直線單箭頭接點 29">
            <a:extLst>
              <a:ext uri="{FF2B5EF4-FFF2-40B4-BE49-F238E27FC236}">
                <a16:creationId xmlns:a16="http://schemas.microsoft.com/office/drawing/2014/main" xmlns="" id="{07C57310-FFF6-C651-5D94-70282D6C3896}"/>
              </a:ext>
            </a:extLst>
          </p:cNvPr>
          <p:cNvSpPr/>
          <p:nvPr/>
        </p:nvSpPr>
        <p:spPr>
          <a:xfrm>
            <a:off x="5976798" y="4770054"/>
            <a:ext cx="5486911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8" name="文字方塊 1">
            <a:extLst>
              <a:ext uri="{FF2B5EF4-FFF2-40B4-BE49-F238E27FC236}">
                <a16:creationId xmlns:a16="http://schemas.microsoft.com/office/drawing/2014/main" xmlns="" id="{887A8847-F8A4-EF01-BF17-C95818EA43C6}"/>
              </a:ext>
            </a:extLst>
          </p:cNvPr>
          <p:cNvSpPr txBox="1"/>
          <p:nvPr/>
        </p:nvSpPr>
        <p:spPr>
          <a:xfrm>
            <a:off x="6281783" y="1993953"/>
            <a:ext cx="5658163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28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rPr lang="zh-TW" altLang="en-US" dirty="0"/>
              <a:t>{{CT3}}</a:t>
            </a:r>
            <a:endParaRPr dirty="0"/>
          </a:p>
        </p:txBody>
      </p:sp>
      <p:sp>
        <p:nvSpPr>
          <p:cNvPr id="39" name="文字方塊 1">
            <a:extLst>
              <a:ext uri="{FF2B5EF4-FFF2-40B4-BE49-F238E27FC236}">
                <a16:creationId xmlns:a16="http://schemas.microsoft.com/office/drawing/2014/main" xmlns="" id="{C159DF6A-F09F-E92B-F80F-BD57032004B2}"/>
              </a:ext>
            </a:extLst>
          </p:cNvPr>
          <p:cNvSpPr txBox="1"/>
          <p:nvPr/>
        </p:nvSpPr>
        <p:spPr>
          <a:xfrm>
            <a:off x="6123439" y="3754389"/>
            <a:ext cx="6137395" cy="460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>
            <a:lvl1pPr defTabSz="1219318">
              <a:defRPr sz="24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endParaRPr lang="zh-TW" altLang="en-US" dirty="0"/>
          </a:p>
        </p:txBody>
      </p:sp>
      <p:sp>
        <p:nvSpPr>
          <p:cNvPr id="40" name="直線單箭頭接點 29">
            <a:extLst>
              <a:ext uri="{FF2B5EF4-FFF2-40B4-BE49-F238E27FC236}">
                <a16:creationId xmlns:a16="http://schemas.microsoft.com/office/drawing/2014/main" xmlns="" id="{FD581968-7466-9E82-1A34-FB54CA1DE996}"/>
              </a:ext>
            </a:extLst>
          </p:cNvPr>
          <p:cNvSpPr/>
          <p:nvPr/>
        </p:nvSpPr>
        <p:spPr>
          <a:xfrm>
            <a:off x="5811585" y="3739640"/>
            <a:ext cx="5486910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1" name="直線單箭頭接點 29">
            <a:extLst>
              <a:ext uri="{FF2B5EF4-FFF2-40B4-BE49-F238E27FC236}">
                <a16:creationId xmlns:a16="http://schemas.microsoft.com/office/drawing/2014/main" xmlns="" id="{3215EE6C-AB6B-F464-7BB7-3378156EE67E}"/>
              </a:ext>
            </a:extLst>
          </p:cNvPr>
          <p:cNvSpPr/>
          <p:nvPr/>
        </p:nvSpPr>
        <p:spPr>
          <a:xfrm>
            <a:off x="5701296" y="2715420"/>
            <a:ext cx="5486910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grpSp>
        <p:nvGrpSpPr>
          <p:cNvPr id="42" name="矩形: 圆角 10">
            <a:extLst>
              <a:ext uri="{FF2B5EF4-FFF2-40B4-BE49-F238E27FC236}">
                <a16:creationId xmlns:a16="http://schemas.microsoft.com/office/drawing/2014/main" xmlns="" id="{F5BEFD9A-27E7-E95C-2FFC-8706CAEA0A23}"/>
              </a:ext>
            </a:extLst>
          </p:cNvPr>
          <p:cNvGrpSpPr/>
          <p:nvPr/>
        </p:nvGrpSpPr>
        <p:grpSpPr>
          <a:xfrm>
            <a:off x="1034272" y="4946209"/>
            <a:ext cx="1906943" cy="746741"/>
            <a:chOff x="0" y="15261"/>
            <a:chExt cx="1906941" cy="746739"/>
          </a:xfrm>
        </p:grpSpPr>
        <p:sp>
          <p:nvSpPr>
            <p:cNvPr id="43" name="圓角矩形">
              <a:extLst>
                <a:ext uri="{FF2B5EF4-FFF2-40B4-BE49-F238E27FC236}">
                  <a16:creationId xmlns:a16="http://schemas.microsoft.com/office/drawing/2014/main" xmlns="" id="{9DBFD8BE-FD0B-A5F9-2B4D-E422CBBA673C}"/>
                </a:ext>
              </a:extLst>
            </p:cNvPr>
            <p:cNvSpPr/>
            <p:nvPr/>
          </p:nvSpPr>
          <p:spPr>
            <a:xfrm>
              <a:off x="0" y="15261"/>
              <a:ext cx="1906941" cy="746739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8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44" name="葉芯寧">
              <a:extLst>
                <a:ext uri="{FF2B5EF4-FFF2-40B4-BE49-F238E27FC236}">
                  <a16:creationId xmlns:a16="http://schemas.microsoft.com/office/drawing/2014/main" xmlns="" id="{8265EFF4-6D12-1913-114A-E3EC7358C154}"/>
                </a:ext>
              </a:extLst>
            </p:cNvPr>
            <p:cNvSpPr txBox="1"/>
            <p:nvPr/>
          </p:nvSpPr>
          <p:spPr>
            <a:xfrm>
              <a:off x="112545" y="18284"/>
              <a:ext cx="1681849" cy="7078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39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rPr lang="zh-TW" altLang="en-US" sz="4000" dirty="0"/>
                <a:t>{{NAME3}}</a:t>
              </a:r>
              <a:endParaRPr lang="en-US" altLang="zh-TW" dirty="0"/>
            </a:p>
          </p:txBody>
        </p:sp>
      </p:grpSp>
      <p:grpSp>
        <p:nvGrpSpPr>
          <p:cNvPr id="45" name="矩形: 圓角 26">
            <a:extLst>
              <a:ext uri="{FF2B5EF4-FFF2-40B4-BE49-F238E27FC236}">
                <a16:creationId xmlns:a16="http://schemas.microsoft.com/office/drawing/2014/main" xmlns="" id="{5FCE554C-55C4-EE72-314A-F6C023034063}"/>
              </a:ext>
            </a:extLst>
          </p:cNvPr>
          <p:cNvGrpSpPr/>
          <p:nvPr/>
        </p:nvGrpSpPr>
        <p:grpSpPr>
          <a:xfrm>
            <a:off x="3812665" y="4806993"/>
            <a:ext cx="2414601" cy="963977"/>
            <a:chOff x="0" y="0"/>
            <a:chExt cx="2414599" cy="963975"/>
          </a:xfrm>
        </p:grpSpPr>
        <p:sp>
          <p:nvSpPr>
            <p:cNvPr id="46" name="圓角矩形">
              <a:extLst>
                <a:ext uri="{FF2B5EF4-FFF2-40B4-BE49-F238E27FC236}">
                  <a16:creationId xmlns:a16="http://schemas.microsoft.com/office/drawing/2014/main" xmlns="" id="{E1F597C1-F40E-8D03-4BD1-943D2E892BC9}"/>
                </a:ext>
              </a:extLst>
            </p:cNvPr>
            <p:cNvSpPr/>
            <p:nvPr/>
          </p:nvSpPr>
          <p:spPr>
            <a:xfrm>
              <a:off x="-1" y="-1"/>
              <a:ext cx="2414600" cy="963976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47" name="需要引薦">
              <a:extLst>
                <a:ext uri="{FF2B5EF4-FFF2-40B4-BE49-F238E27FC236}">
                  <a16:creationId xmlns:a16="http://schemas.microsoft.com/office/drawing/2014/main" xmlns="" id="{E8B5C587-E8C0-EECB-99D3-8617816B1FF0}"/>
                </a:ext>
              </a:extLst>
            </p:cNvPr>
            <p:cNvSpPr txBox="1"/>
            <p:nvPr/>
          </p:nvSpPr>
          <p:spPr>
            <a:xfrm>
              <a:off x="88386" y="226712"/>
              <a:ext cx="2237825" cy="510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引薦人</a:t>
              </a:r>
            </a:p>
          </p:txBody>
        </p:sp>
      </p:grpSp>
      <p:sp>
        <p:nvSpPr>
          <p:cNvPr id="48" name="直線單箭頭接點 29">
            <a:extLst>
              <a:ext uri="{FF2B5EF4-FFF2-40B4-BE49-F238E27FC236}">
                <a16:creationId xmlns:a16="http://schemas.microsoft.com/office/drawing/2014/main" xmlns="" id="{F0E96812-3620-8D16-72ED-F2977DE4A1EF}"/>
              </a:ext>
            </a:extLst>
          </p:cNvPr>
          <p:cNvSpPr/>
          <p:nvPr/>
        </p:nvSpPr>
        <p:spPr>
          <a:xfrm>
            <a:off x="6072449" y="5647117"/>
            <a:ext cx="5486911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9" name="文字方塊 1">
            <a:extLst>
              <a:ext uri="{FF2B5EF4-FFF2-40B4-BE49-F238E27FC236}">
                <a16:creationId xmlns:a16="http://schemas.microsoft.com/office/drawing/2014/main" xmlns="" id="{745AD719-865E-C14C-C28F-A1313298D68A}"/>
              </a:ext>
            </a:extLst>
          </p:cNvPr>
          <p:cNvSpPr txBox="1"/>
          <p:nvPr/>
        </p:nvSpPr>
        <p:spPr>
          <a:xfrm>
            <a:off x="6401439" y="4930100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rPr lang="zh-TW" altLang="en-US" sz="2800" dirty="0"/>
              <a:t>{{INVITER3}}</a:t>
            </a:r>
            <a:endParaRPr lang="zh-TW" altLang="en-US" sz="2800" dirty="0"/>
          </a:p>
        </p:txBody>
      </p:sp>
      <p:grpSp>
        <p:nvGrpSpPr>
          <p:cNvPr id="51" name="群組 25">
            <a:extLst>
              <a:ext uri="{FF2B5EF4-FFF2-40B4-BE49-F238E27FC236}">
                <a16:creationId xmlns:a16="http://schemas.microsoft.com/office/drawing/2014/main" xmlns="" id="{1A7F0755-2ADD-2AB0-9B2C-2F3507CBA336}"/>
              </a:ext>
            </a:extLst>
          </p:cNvPr>
          <p:cNvGrpSpPr/>
          <p:nvPr/>
        </p:nvGrpSpPr>
        <p:grpSpPr>
          <a:xfrm>
            <a:off x="786585" y="178907"/>
            <a:ext cx="10404389" cy="1535422"/>
            <a:chOff x="-2" y="-1"/>
            <a:chExt cx="10404387" cy="1535420"/>
          </a:xfrm>
        </p:grpSpPr>
        <p:sp>
          <p:nvSpPr>
            <p:cNvPr id="52" name="平行四邊形 26">
              <a:extLst>
                <a:ext uri="{FF2B5EF4-FFF2-40B4-BE49-F238E27FC236}">
                  <a16:creationId xmlns:a16="http://schemas.microsoft.com/office/drawing/2014/main" xmlns="" id="{16C039E2-863E-5043-2DB9-AD7E0642FFBF}"/>
                </a:ext>
              </a:extLst>
            </p:cNvPr>
            <p:cNvSpPr/>
            <p:nvPr/>
          </p:nvSpPr>
          <p:spPr>
            <a:xfrm>
              <a:off x="479877" y="191883"/>
              <a:ext cx="9358943" cy="134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775" y="0"/>
                  </a:lnTo>
                  <a:lnTo>
                    <a:pt x="21600" y="0"/>
                  </a:lnTo>
                  <a:lnTo>
                    <a:pt x="20825" y="21600"/>
                  </a:lnTo>
                  <a:close/>
                </a:path>
              </a:pathLst>
            </a:custGeom>
            <a:solidFill>
              <a:srgbClr val="C7C7C7"/>
            </a:solidFill>
            <a:ln w="12700" cap="flat">
              <a:noFill/>
              <a:miter lim="400000"/>
            </a:ln>
            <a:effectLst>
              <a:outerShdw blurRad="76200" dist="37674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19318">
                <a:defRPr sz="24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pPr>
              <a:endParaRPr/>
            </a:p>
          </p:txBody>
        </p:sp>
        <p:sp>
          <p:nvSpPr>
            <p:cNvPr id="53" name="平行四邊形 27">
              <a:extLst>
                <a:ext uri="{FF2B5EF4-FFF2-40B4-BE49-F238E27FC236}">
                  <a16:creationId xmlns:a16="http://schemas.microsoft.com/office/drawing/2014/main" xmlns="" id="{8F0D1D4E-E2AF-B19C-4ECC-4F75921D8D2E}"/>
                </a:ext>
              </a:extLst>
            </p:cNvPr>
            <p:cNvSpPr/>
            <p:nvPr/>
          </p:nvSpPr>
          <p:spPr>
            <a:xfrm>
              <a:off x="-2" y="-1"/>
              <a:ext cx="9024141" cy="134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804" y="0"/>
                  </a:lnTo>
                  <a:lnTo>
                    <a:pt x="21600" y="0"/>
                  </a:lnTo>
                  <a:lnTo>
                    <a:pt x="20796" y="21600"/>
                  </a:lnTo>
                  <a:close/>
                </a:path>
              </a:pathLst>
            </a:custGeom>
            <a:solidFill>
              <a:srgbClr val="CF2031"/>
            </a:solidFill>
            <a:ln w="19050" cap="flat">
              <a:solidFill>
                <a:srgbClr val="CF2031"/>
              </a:solidFill>
              <a:prstDash val="solid"/>
              <a:miter lim="800000"/>
            </a:ln>
            <a:effectLst>
              <a:outerShdw blurRad="76200" dist="37674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19318">
                <a:defRPr sz="24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pPr>
              <a:endParaRPr/>
            </a:p>
          </p:txBody>
        </p:sp>
        <p:sp>
          <p:nvSpPr>
            <p:cNvPr id="54" name="矩形 29">
              <a:extLst>
                <a:ext uri="{FF2B5EF4-FFF2-40B4-BE49-F238E27FC236}">
                  <a16:creationId xmlns:a16="http://schemas.microsoft.com/office/drawing/2014/main" xmlns="" id="{F39CA52A-F7DB-1697-D678-D81663012D45}"/>
                </a:ext>
              </a:extLst>
            </p:cNvPr>
            <p:cNvSpPr txBox="1"/>
            <p:nvPr/>
          </p:nvSpPr>
          <p:spPr>
            <a:xfrm>
              <a:off x="1119243" y="864008"/>
              <a:ext cx="6725891" cy="3312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>
              <a:lvl1pPr defTabSz="1219318">
                <a:defRPr sz="16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r>
                <a:t>WELCOME VISITORS</a:t>
              </a:r>
            </a:p>
          </p:txBody>
        </p:sp>
        <p:grpSp>
          <p:nvGrpSpPr>
            <p:cNvPr id="55" name="橢圓 30">
              <a:extLst>
                <a:ext uri="{FF2B5EF4-FFF2-40B4-BE49-F238E27FC236}">
                  <a16:creationId xmlns:a16="http://schemas.microsoft.com/office/drawing/2014/main" xmlns="" id="{6EB71EE6-6735-14B0-DA9A-EC355F55C01C}"/>
                </a:ext>
              </a:extLst>
            </p:cNvPr>
            <p:cNvGrpSpPr/>
            <p:nvPr/>
          </p:nvGrpSpPr>
          <p:grpSpPr>
            <a:xfrm>
              <a:off x="9169203" y="54000"/>
              <a:ext cx="1235182" cy="1235186"/>
              <a:chOff x="-2" y="-2"/>
              <a:chExt cx="1235181" cy="1235185"/>
            </a:xfrm>
          </p:grpSpPr>
          <p:sp>
            <p:nvSpPr>
              <p:cNvPr id="57" name="圓形">
                <a:extLst>
                  <a:ext uri="{FF2B5EF4-FFF2-40B4-BE49-F238E27FC236}">
                    <a16:creationId xmlns:a16="http://schemas.microsoft.com/office/drawing/2014/main" xmlns="" id="{DC44ACC2-811F-68B6-63B7-C25695ABCC2D}"/>
                  </a:ext>
                </a:extLst>
              </p:cNvPr>
              <p:cNvSpPr/>
              <p:nvPr/>
            </p:nvSpPr>
            <p:spPr>
              <a:xfrm>
                <a:off x="-2" y="-2"/>
                <a:ext cx="1235181" cy="1235185"/>
              </a:xfrm>
              <a:prstGeom prst="ellipse">
                <a:avLst/>
              </a:prstGeom>
              <a:solidFill>
                <a:srgbClr val="CF2031"/>
              </a:solidFill>
              <a:ln w="19050" cap="flat">
                <a:solidFill>
                  <a:srgbClr val="CF2031"/>
                </a:solidFill>
                <a:prstDash val="solid"/>
                <a:miter lim="800000"/>
              </a:ln>
              <a:effectLst>
                <a:outerShdw blurRad="76200" dist="37674" dir="2700000" rotWithShape="0">
                  <a:srgbClr val="000000">
                    <a:alpha val="40000"/>
                  </a:srgbClr>
                </a:outerShdw>
              </a:effectLst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1219318">
                  <a:defRPr sz="3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58" name="02">
                <a:extLst>
                  <a:ext uri="{FF2B5EF4-FFF2-40B4-BE49-F238E27FC236}">
                    <a16:creationId xmlns:a16="http://schemas.microsoft.com/office/drawing/2014/main" xmlns="" id="{BFB696E0-8564-5B33-0B38-FC844FD37BCA}"/>
                  </a:ext>
                </a:extLst>
              </p:cNvPr>
              <p:cNvSpPr txBox="1"/>
              <p:nvPr/>
            </p:nvSpPr>
            <p:spPr>
              <a:xfrm>
                <a:off x="235412" y="325921"/>
                <a:ext cx="764352" cy="58331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4999" tIns="44999" rIns="44999" bIns="44999" numCol="1" anchor="ctr">
                <a:spAutoFit/>
              </a:bodyPr>
              <a:lstStyle>
                <a:lvl1pPr algn="ctr" defTabSz="1219318">
                  <a:defRPr sz="3200" b="1">
                    <a:solidFill>
                      <a:srgbClr val="FFFFFF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defRPr>
                </a:lvl1pPr>
              </a:lstStyle>
              <a:p>
                <a:r>
                  <a:rPr smtClean="0"/>
                  <a:t>0</a:t>
                </a:r>
                <a:r>
                  <a:rPr lang="en-US" smtClean="0"/>
                  <a:t>3</a:t>
                </a:r>
              </a:p>
            </p:txBody>
          </p:sp>
        </p:grpSp>
        <p:sp>
          <p:nvSpPr>
            <p:cNvPr id="56" name="文字方塊 28">
              <a:extLst>
                <a:ext uri="{FF2B5EF4-FFF2-40B4-BE49-F238E27FC236}">
                  <a16:creationId xmlns:a16="http://schemas.microsoft.com/office/drawing/2014/main" xmlns="" id="{FDEB0F6B-5468-4333-0783-0B70F0A918F9}"/>
                </a:ext>
              </a:extLst>
            </p:cNvPr>
            <p:cNvSpPr txBox="1"/>
            <p:nvPr/>
          </p:nvSpPr>
          <p:spPr>
            <a:xfrm>
              <a:off x="1002962" y="96123"/>
              <a:ext cx="7034052" cy="940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>
              <a:lvl1pPr algn="just" defTabSz="1219318">
                <a:defRPr sz="48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r>
                <a:rPr dirty="0"/>
                <a:t>來賓15秒自我介紹</a:t>
              </a:r>
            </a:p>
          </p:txBody>
        </p:sp>
      </p:grpSp>
      <p:sp>
        <p:nvSpPr>
          <p:cNvPr id="50" name="文字方塊 1">
            <a:extLst>
              <a:ext uri="{FF2B5EF4-FFF2-40B4-BE49-F238E27FC236}">
                <a16:creationId xmlns:a16="http://schemas.microsoft.com/office/drawing/2014/main" xmlns="" id="{AEEAD3CC-BFC0-0C12-9D33-83DA249EE6D9}"/>
              </a:ext>
            </a:extLst>
          </p:cNvPr>
          <p:cNvSpPr txBox="1"/>
          <p:nvPr/>
        </p:nvSpPr>
        <p:spPr>
          <a:xfrm>
            <a:off x="6457086" y="4006870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endParaRPr lang="zh-TW" altLang="en-US" sz="2800" dirty="0"/>
          </a:p>
        </p:txBody>
      </p:sp>
      <p:sp>
        <p:nvSpPr>
          <p:cNvPr id="61" name="文字方塊 1">
            <a:extLst>
              <a:ext uri="{FF2B5EF4-FFF2-40B4-BE49-F238E27FC236}">
                <a16:creationId xmlns:a16="http://schemas.microsoft.com/office/drawing/2014/main" xmlns="" id="{1080D13B-346E-6AA5-BA21-6F5E163775B0}"/>
              </a:ext>
            </a:extLst>
          </p:cNvPr>
          <p:cNvSpPr txBox="1"/>
          <p:nvPr/>
        </p:nvSpPr>
        <p:spPr>
          <a:xfrm>
            <a:off x="6338379" y="2953784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r>
              <a:rPr lang="zh-TW" altLang="en-US" sz="2800" dirty="0"/>
              <a:t>{{SERVICE3}}</a:t>
            </a:r>
            <a:endParaRPr lang="zh-TW" altLang="en-US" sz="2800" dirty="0"/>
          </a:p>
        </p:txBody>
      </p:sp>
      <p:sp>
        <p:nvSpPr>
          <p:cNvPr id="3" name="文字方塊 1">
            <a:extLst>
              <a:ext uri="{FF2B5EF4-FFF2-40B4-BE49-F238E27FC236}">
                <a16:creationId xmlns:a16="http://schemas.microsoft.com/office/drawing/2014/main" xmlns="" id="{879A7CB1-DF92-1475-A893-865DBE704EAE}"/>
              </a:ext>
            </a:extLst>
          </p:cNvPr>
          <p:cNvSpPr txBox="1"/>
          <p:nvPr/>
        </p:nvSpPr>
        <p:spPr>
          <a:xfrm>
            <a:off x="6400319" y="3747445"/>
            <a:ext cx="5467425" cy="829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r>
              <a:rPr lang="zh-TW" altLang="en-US" sz="2400" dirty="0"/>
              <a:t>{{SEEKING3}}</a:t>
            </a:r>
            <a:endParaRPr lang="zh-TW" altLang="en-US" sz="2400" dirty="0"/>
          </a:p>
        </p:txBody>
      </p:sp>
      <p:sp>
        <p:nvSpPr>
          <p:cNvPr id="903" name="PhotoBox"/>
          <p:cNvSpPr/>
          <p:nvPr/>
        </p:nvSpPr>
        <p:spPr>
          <a:xfrm>
            <a:off x="936972" y="1585307"/>
            <a:ext cx="2101540" cy="3312245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A6221A"/>
            </a:solidFill>
            <a:prstDash val="dash"/>
          </a:ln>
        </p:spPr>
        <p:txBody>
          <a:bodyPr anchor="ctr"/>
          <a:lstStyle/>
          <a:p>
            <a:pPr algn="ctr"/>
            <a:r>
              <a:rPr lang="zh-TW" sz="1500">
                <a:solidFill>
                  <a:srgbClr val="7A6E5A"/>
                </a:solidFill>
              </a:rPr>
              <a:t>請貼上來賓照片</a:t>
            </a:r>
          </a:p>
          <a:p>
            <a:pPr algn="ctr"/>
            <a:r>
              <a:rPr lang="zh-TW" sz="1100">
                <a:solidFill>
                  <a:srgbClr val="7A6E5A"/>
                </a:solidFill>
              </a:rPr>
              <a:t>(下載後自行貼上)</a:t>
            </a:r>
          </a:p>
        </p:txBody>
      </p:sp>
    </p:spTree>
    <p:extLst>
      <p:ext uri="{BB962C8B-B14F-4D97-AF65-F5344CB8AC3E}">
        <p14:creationId xmlns:p14="http://schemas.microsoft.com/office/powerpoint/2010/main" val="3676949798"/>
      </p:ext>
    </p:extLst>
  </p:cSld>
  <p:clrMapOvr>
    <a:masterClrMapping/>
  </p:clrMapOvr>
</p:sld>
</file>

<file path=ppt/slides/slideG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4C9FC0D-04C7-9CDD-F82E-B9BCA948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矩形 2">
            <a:extLst>
              <a:ext uri="{FF2B5EF4-FFF2-40B4-BE49-F238E27FC236}">
                <a16:creationId xmlns:a16="http://schemas.microsoft.com/office/drawing/2014/main" xmlns="" id="{5D6DAABF-D057-E96D-98C3-C235BE9EAD8D}"/>
              </a:ext>
            </a:extLst>
          </p:cNvPr>
          <p:cNvGrpSpPr/>
          <p:nvPr/>
        </p:nvGrpSpPr>
        <p:grpSpPr>
          <a:xfrm>
            <a:off x="1771191" y="5831987"/>
            <a:ext cx="1178659" cy="383780"/>
            <a:chOff x="-1" y="0"/>
            <a:chExt cx="1178657" cy="383778"/>
          </a:xfrm>
        </p:grpSpPr>
        <p:sp>
          <p:nvSpPr>
            <p:cNvPr id="5" name="矩形">
              <a:extLst>
                <a:ext uri="{FF2B5EF4-FFF2-40B4-BE49-F238E27FC236}">
                  <a16:creationId xmlns:a16="http://schemas.microsoft.com/office/drawing/2014/main" xmlns="" id="{CBC5F700-2CB3-4CA1-6EE6-8B65700EF1F7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" name="金融投資">
              <a:extLst>
                <a:ext uri="{FF2B5EF4-FFF2-40B4-BE49-F238E27FC236}">
                  <a16:creationId xmlns:a16="http://schemas.microsoft.com/office/drawing/2014/main" xmlns="" id="{72175538-B2BE-E4E4-EFD1-C073FD90CEA9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金融投資</a:t>
              </a:r>
            </a:p>
          </p:txBody>
        </p:sp>
      </p:grpSp>
      <p:grpSp>
        <p:nvGrpSpPr>
          <p:cNvPr id="7" name="矩形 2">
            <a:extLst>
              <a:ext uri="{FF2B5EF4-FFF2-40B4-BE49-F238E27FC236}">
                <a16:creationId xmlns:a16="http://schemas.microsoft.com/office/drawing/2014/main" xmlns="" id="{783FA7C6-08B2-D9FF-2FCE-D5F94D8A267E}"/>
              </a:ext>
            </a:extLst>
          </p:cNvPr>
          <p:cNvGrpSpPr/>
          <p:nvPr/>
        </p:nvGrpSpPr>
        <p:grpSpPr>
          <a:xfrm>
            <a:off x="3017511" y="5831987"/>
            <a:ext cx="1178659" cy="383780"/>
            <a:chOff x="-1" y="0"/>
            <a:chExt cx="1178657" cy="383778"/>
          </a:xfrm>
        </p:grpSpPr>
        <p:sp>
          <p:nvSpPr>
            <p:cNvPr id="8" name="矩形">
              <a:extLst>
                <a:ext uri="{FF2B5EF4-FFF2-40B4-BE49-F238E27FC236}">
                  <a16:creationId xmlns:a16="http://schemas.microsoft.com/office/drawing/2014/main" xmlns="" id="{737BE9B1-C068-8950-4AAE-8AB5380957B8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" name="品牌推廣">
              <a:extLst>
                <a:ext uri="{FF2B5EF4-FFF2-40B4-BE49-F238E27FC236}">
                  <a16:creationId xmlns:a16="http://schemas.microsoft.com/office/drawing/2014/main" xmlns="" id="{4F1669A1-5291-9DEC-1BE9-D1BB03174833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品牌推廣</a:t>
              </a:r>
            </a:p>
          </p:txBody>
        </p:sp>
      </p:grpSp>
      <p:grpSp>
        <p:nvGrpSpPr>
          <p:cNvPr id="10" name="矩形 2">
            <a:extLst>
              <a:ext uri="{FF2B5EF4-FFF2-40B4-BE49-F238E27FC236}">
                <a16:creationId xmlns:a16="http://schemas.microsoft.com/office/drawing/2014/main" xmlns="" id="{7FAF0CBB-E577-255F-C8AA-C2D59E1813CD}"/>
              </a:ext>
            </a:extLst>
          </p:cNvPr>
          <p:cNvGrpSpPr/>
          <p:nvPr/>
        </p:nvGrpSpPr>
        <p:grpSpPr>
          <a:xfrm>
            <a:off x="4254469" y="5831987"/>
            <a:ext cx="1178659" cy="383780"/>
            <a:chOff x="-1" y="0"/>
            <a:chExt cx="1178657" cy="383778"/>
          </a:xfrm>
        </p:grpSpPr>
        <p:sp>
          <p:nvSpPr>
            <p:cNvPr id="11" name="矩形">
              <a:extLst>
                <a:ext uri="{FF2B5EF4-FFF2-40B4-BE49-F238E27FC236}">
                  <a16:creationId xmlns:a16="http://schemas.microsoft.com/office/drawing/2014/main" xmlns="" id="{2C0E2AA6-3245-4DB6-A9E9-C968D2A7D580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2" name="商業服務">
              <a:extLst>
                <a:ext uri="{FF2B5EF4-FFF2-40B4-BE49-F238E27FC236}">
                  <a16:creationId xmlns:a16="http://schemas.microsoft.com/office/drawing/2014/main" xmlns="" id="{A10E25BF-C5DF-E231-42AC-12B9467FB38D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商業服務</a:t>
              </a:r>
            </a:p>
          </p:txBody>
        </p:sp>
      </p:grpSp>
      <p:grpSp>
        <p:nvGrpSpPr>
          <p:cNvPr id="13" name="矩形 2">
            <a:extLst>
              <a:ext uri="{FF2B5EF4-FFF2-40B4-BE49-F238E27FC236}">
                <a16:creationId xmlns:a16="http://schemas.microsoft.com/office/drawing/2014/main" xmlns="" id="{642D1255-5A24-91AA-33D6-7DCA2C8AA973}"/>
              </a:ext>
            </a:extLst>
          </p:cNvPr>
          <p:cNvGrpSpPr/>
          <p:nvPr/>
        </p:nvGrpSpPr>
        <p:grpSpPr>
          <a:xfrm>
            <a:off x="5491428" y="5831987"/>
            <a:ext cx="1178656" cy="383780"/>
            <a:chOff x="-1" y="0"/>
            <a:chExt cx="1178654" cy="383778"/>
          </a:xfrm>
        </p:grpSpPr>
        <p:sp>
          <p:nvSpPr>
            <p:cNvPr id="14" name="矩形">
              <a:extLst>
                <a:ext uri="{FF2B5EF4-FFF2-40B4-BE49-F238E27FC236}">
                  <a16:creationId xmlns:a16="http://schemas.microsoft.com/office/drawing/2014/main" xmlns="" id="{9D12C0D3-B366-1864-B7C7-05C6882668F5}"/>
                </a:ext>
              </a:extLst>
            </p:cNvPr>
            <p:cNvSpPr/>
            <p:nvPr/>
          </p:nvSpPr>
          <p:spPr>
            <a:xfrm>
              <a:off x="-2" y="-1"/>
              <a:ext cx="1178656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" name="醫療健康">
              <a:extLst>
                <a:ext uri="{FF2B5EF4-FFF2-40B4-BE49-F238E27FC236}">
                  <a16:creationId xmlns:a16="http://schemas.microsoft.com/office/drawing/2014/main" xmlns="" id="{F5CF93FC-3C84-1AA2-C15D-7A10D1878C5B}"/>
                </a:ext>
              </a:extLst>
            </p:cNvPr>
            <p:cNvSpPr txBox="1"/>
            <p:nvPr/>
          </p:nvSpPr>
          <p:spPr>
            <a:xfrm>
              <a:off x="54526" y="7185"/>
              <a:ext cx="1069601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醫療健康</a:t>
              </a:r>
            </a:p>
          </p:txBody>
        </p:sp>
      </p:grpSp>
      <p:grpSp>
        <p:nvGrpSpPr>
          <p:cNvPr id="16" name="矩形 2">
            <a:extLst>
              <a:ext uri="{FF2B5EF4-FFF2-40B4-BE49-F238E27FC236}">
                <a16:creationId xmlns:a16="http://schemas.microsoft.com/office/drawing/2014/main" xmlns="" id="{E36532E3-06CB-6256-CEAE-03233547F4FB}"/>
              </a:ext>
            </a:extLst>
          </p:cNvPr>
          <p:cNvGrpSpPr/>
          <p:nvPr/>
        </p:nvGrpSpPr>
        <p:grpSpPr>
          <a:xfrm>
            <a:off x="6728750" y="5831987"/>
            <a:ext cx="1178659" cy="383780"/>
            <a:chOff x="-1" y="0"/>
            <a:chExt cx="1178657" cy="383778"/>
          </a:xfrm>
        </p:grpSpPr>
        <p:sp>
          <p:nvSpPr>
            <p:cNvPr id="17" name="矩形">
              <a:extLst>
                <a:ext uri="{FF2B5EF4-FFF2-40B4-BE49-F238E27FC236}">
                  <a16:creationId xmlns:a16="http://schemas.microsoft.com/office/drawing/2014/main" xmlns="" id="{2AC36A8F-B16F-8E8C-0EDC-1AFEA896E0D9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8" name="食品餐飲">
              <a:extLst>
                <a:ext uri="{FF2B5EF4-FFF2-40B4-BE49-F238E27FC236}">
                  <a16:creationId xmlns:a16="http://schemas.microsoft.com/office/drawing/2014/main" xmlns="" id="{DF4543CD-11F2-22CE-1A53-24DBE70CDE10}"/>
                </a:ext>
              </a:extLst>
            </p:cNvPr>
            <p:cNvSpPr txBox="1"/>
            <p:nvPr/>
          </p:nvSpPr>
          <p:spPr>
            <a:xfrm>
              <a:off x="54528" y="7185"/>
              <a:ext cx="1069603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食品餐飲</a:t>
              </a:r>
            </a:p>
          </p:txBody>
        </p:sp>
      </p:grpSp>
      <p:grpSp>
        <p:nvGrpSpPr>
          <p:cNvPr id="19" name="矩形 2">
            <a:extLst>
              <a:ext uri="{FF2B5EF4-FFF2-40B4-BE49-F238E27FC236}">
                <a16:creationId xmlns:a16="http://schemas.microsoft.com/office/drawing/2014/main" xmlns="" id="{D1AC1ED6-DA3D-795A-B487-485A1CFCE0F1}"/>
              </a:ext>
            </a:extLst>
          </p:cNvPr>
          <p:cNvGrpSpPr/>
          <p:nvPr/>
        </p:nvGrpSpPr>
        <p:grpSpPr>
          <a:xfrm>
            <a:off x="7965711" y="5831987"/>
            <a:ext cx="1178659" cy="383780"/>
            <a:chOff x="-1" y="0"/>
            <a:chExt cx="1178657" cy="383778"/>
          </a:xfrm>
        </p:grpSpPr>
        <p:sp>
          <p:nvSpPr>
            <p:cNvPr id="20" name="矩形">
              <a:extLst>
                <a:ext uri="{FF2B5EF4-FFF2-40B4-BE49-F238E27FC236}">
                  <a16:creationId xmlns:a16="http://schemas.microsoft.com/office/drawing/2014/main" xmlns="" id="{374F9E01-9666-70B5-1726-22E3F7A3F79D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1" name="時尚生活">
              <a:extLst>
                <a:ext uri="{FF2B5EF4-FFF2-40B4-BE49-F238E27FC236}">
                  <a16:creationId xmlns:a16="http://schemas.microsoft.com/office/drawing/2014/main" xmlns="" id="{14475685-DEB0-11B7-4666-781CD69C5AAA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時尚生活</a:t>
              </a:r>
            </a:p>
          </p:txBody>
        </p:sp>
      </p:grpSp>
      <p:grpSp>
        <p:nvGrpSpPr>
          <p:cNvPr id="22" name="矩形 2">
            <a:extLst>
              <a:ext uri="{FF2B5EF4-FFF2-40B4-BE49-F238E27FC236}">
                <a16:creationId xmlns:a16="http://schemas.microsoft.com/office/drawing/2014/main" xmlns="" id="{D57A40FB-9FD5-AF5C-B247-9D45094F0ACC}"/>
              </a:ext>
            </a:extLst>
          </p:cNvPr>
          <p:cNvGrpSpPr/>
          <p:nvPr/>
        </p:nvGrpSpPr>
        <p:grpSpPr>
          <a:xfrm>
            <a:off x="9203030" y="5831987"/>
            <a:ext cx="1456576" cy="383780"/>
            <a:chOff x="0" y="0"/>
            <a:chExt cx="1456574" cy="383778"/>
          </a:xfrm>
        </p:grpSpPr>
        <p:sp>
          <p:nvSpPr>
            <p:cNvPr id="23" name="矩形">
              <a:extLst>
                <a:ext uri="{FF2B5EF4-FFF2-40B4-BE49-F238E27FC236}">
                  <a16:creationId xmlns:a16="http://schemas.microsoft.com/office/drawing/2014/main" xmlns="" id="{D5FDBC8C-7C5A-7DCD-F277-4A74DC67413C}"/>
                </a:ext>
              </a:extLst>
            </p:cNvPr>
            <p:cNvSpPr/>
            <p:nvPr/>
          </p:nvSpPr>
          <p:spPr>
            <a:xfrm>
              <a:off x="-1" y="-1"/>
              <a:ext cx="1456575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4" name="商品規劃包裝">
              <a:extLst>
                <a:ext uri="{FF2B5EF4-FFF2-40B4-BE49-F238E27FC236}">
                  <a16:creationId xmlns:a16="http://schemas.microsoft.com/office/drawing/2014/main" xmlns="" id="{69932356-4EBD-8211-99F8-1862A49945BF}"/>
                </a:ext>
              </a:extLst>
            </p:cNvPr>
            <p:cNvSpPr txBox="1"/>
            <p:nvPr/>
          </p:nvSpPr>
          <p:spPr>
            <a:xfrm>
              <a:off x="54525" y="7185"/>
              <a:ext cx="1347524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商品規劃包裝</a:t>
              </a:r>
            </a:p>
          </p:txBody>
        </p:sp>
      </p:grpSp>
      <p:grpSp>
        <p:nvGrpSpPr>
          <p:cNvPr id="25" name="矩形 2">
            <a:extLst>
              <a:ext uri="{FF2B5EF4-FFF2-40B4-BE49-F238E27FC236}">
                <a16:creationId xmlns:a16="http://schemas.microsoft.com/office/drawing/2014/main" xmlns="" id="{86D65167-FCDD-6DA3-150E-9B2E76978415}"/>
              </a:ext>
            </a:extLst>
          </p:cNvPr>
          <p:cNvGrpSpPr/>
          <p:nvPr/>
        </p:nvGrpSpPr>
        <p:grpSpPr>
          <a:xfrm>
            <a:off x="10708909" y="5831987"/>
            <a:ext cx="1384577" cy="383780"/>
            <a:chOff x="-1" y="0"/>
            <a:chExt cx="1384576" cy="383778"/>
          </a:xfrm>
        </p:grpSpPr>
        <p:sp>
          <p:nvSpPr>
            <p:cNvPr id="26" name="矩形">
              <a:extLst>
                <a:ext uri="{FF2B5EF4-FFF2-40B4-BE49-F238E27FC236}">
                  <a16:creationId xmlns:a16="http://schemas.microsoft.com/office/drawing/2014/main" xmlns="" id="{17F8C02D-C443-33B9-8F9D-9CBE3C9CFCA0}"/>
                </a:ext>
              </a:extLst>
            </p:cNvPr>
            <p:cNvSpPr/>
            <p:nvPr/>
          </p:nvSpPr>
          <p:spPr>
            <a:xfrm>
              <a:off x="-2" y="-1"/>
              <a:ext cx="1384577" cy="383780"/>
            </a:xfrm>
            <a:prstGeom prst="rect">
              <a:avLst/>
            </a:prstGeom>
            <a:solidFill>
              <a:srgbClr val="00B05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7" name="參訪來賓">
              <a:extLst>
                <a:ext uri="{FF2B5EF4-FFF2-40B4-BE49-F238E27FC236}">
                  <a16:creationId xmlns:a16="http://schemas.microsoft.com/office/drawing/2014/main" xmlns="" id="{AE141260-B956-1BD4-55F8-93AE6D1B1222}"/>
                </a:ext>
              </a:extLst>
            </p:cNvPr>
            <p:cNvSpPr txBox="1"/>
            <p:nvPr/>
          </p:nvSpPr>
          <p:spPr>
            <a:xfrm>
              <a:off x="45002" y="7185"/>
              <a:ext cx="1294575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參訪來賓</a:t>
              </a:r>
            </a:p>
          </p:txBody>
        </p:sp>
      </p:grpSp>
      <p:grpSp>
        <p:nvGrpSpPr>
          <p:cNvPr id="28" name="矩形: 圓角 19">
            <a:extLst>
              <a:ext uri="{FF2B5EF4-FFF2-40B4-BE49-F238E27FC236}">
                <a16:creationId xmlns:a16="http://schemas.microsoft.com/office/drawing/2014/main" xmlns="" id="{80EC3EEC-320C-48F5-19EA-EDFBFD775664}"/>
              </a:ext>
            </a:extLst>
          </p:cNvPr>
          <p:cNvGrpSpPr/>
          <p:nvPr/>
        </p:nvGrpSpPr>
        <p:grpSpPr>
          <a:xfrm>
            <a:off x="3773055" y="1822260"/>
            <a:ext cx="2431568" cy="970750"/>
            <a:chOff x="0" y="0"/>
            <a:chExt cx="2431566" cy="970748"/>
          </a:xfrm>
        </p:grpSpPr>
        <p:sp>
          <p:nvSpPr>
            <p:cNvPr id="29" name="圓角矩形">
              <a:extLst>
                <a:ext uri="{FF2B5EF4-FFF2-40B4-BE49-F238E27FC236}">
                  <a16:creationId xmlns:a16="http://schemas.microsoft.com/office/drawing/2014/main" xmlns="" id="{3A345DC8-D17A-6BB1-00B0-5F7F5785ABFD}"/>
                </a:ext>
              </a:extLst>
            </p:cNvPr>
            <p:cNvSpPr/>
            <p:nvPr/>
          </p:nvSpPr>
          <p:spPr>
            <a:xfrm>
              <a:off x="-1" y="-1"/>
              <a:ext cx="2431567" cy="970749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0" name="公司名稱…">
              <a:extLst>
                <a:ext uri="{FF2B5EF4-FFF2-40B4-BE49-F238E27FC236}">
                  <a16:creationId xmlns:a16="http://schemas.microsoft.com/office/drawing/2014/main" xmlns="" id="{640E4531-6A68-617A-5143-02C5B623F5CF}"/>
                </a:ext>
              </a:extLst>
            </p:cNvPr>
            <p:cNvSpPr txBox="1"/>
            <p:nvPr/>
          </p:nvSpPr>
          <p:spPr>
            <a:xfrm>
              <a:off x="88351" y="59369"/>
              <a:ext cx="2254860" cy="8519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r>
                <a:rPr dirty="0" err="1"/>
                <a:t>公司名稱</a:t>
              </a:r>
              <a:endParaRPr dirty="0"/>
            </a:p>
            <a:p>
              <a: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r>
                <a:rPr dirty="0" err="1"/>
                <a:t>職務名稱</a:t>
              </a:r>
              <a:endParaRPr dirty="0"/>
            </a:p>
          </p:txBody>
        </p:sp>
      </p:grpSp>
      <p:grpSp>
        <p:nvGrpSpPr>
          <p:cNvPr id="31" name="矩形: 圓角 25">
            <a:extLst>
              <a:ext uri="{FF2B5EF4-FFF2-40B4-BE49-F238E27FC236}">
                <a16:creationId xmlns:a16="http://schemas.microsoft.com/office/drawing/2014/main" xmlns="" id="{DE62D0C2-76AA-F83C-C1F7-A1497EF6171F}"/>
              </a:ext>
            </a:extLst>
          </p:cNvPr>
          <p:cNvGrpSpPr/>
          <p:nvPr/>
        </p:nvGrpSpPr>
        <p:grpSpPr>
          <a:xfrm>
            <a:off x="3782098" y="2818471"/>
            <a:ext cx="2413481" cy="963529"/>
            <a:chOff x="0" y="-1"/>
            <a:chExt cx="2413480" cy="963528"/>
          </a:xfrm>
        </p:grpSpPr>
        <p:sp>
          <p:nvSpPr>
            <p:cNvPr id="32" name="圓角矩形">
              <a:extLst>
                <a:ext uri="{FF2B5EF4-FFF2-40B4-BE49-F238E27FC236}">
                  <a16:creationId xmlns:a16="http://schemas.microsoft.com/office/drawing/2014/main" xmlns="" id="{33F9D984-0491-C7AE-94B6-008944DB26A6}"/>
                </a:ext>
              </a:extLst>
            </p:cNvPr>
            <p:cNvSpPr/>
            <p:nvPr/>
          </p:nvSpPr>
          <p:spPr>
            <a:xfrm>
              <a:off x="-1" y="-2"/>
              <a:ext cx="2413481" cy="963530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3" name="服務項目">
              <a:extLst>
                <a:ext uri="{FF2B5EF4-FFF2-40B4-BE49-F238E27FC236}">
                  <a16:creationId xmlns:a16="http://schemas.microsoft.com/office/drawing/2014/main" xmlns="" id="{51876C5B-1C19-2987-7D9A-D2B2E9C25AED}"/>
                </a:ext>
              </a:extLst>
            </p:cNvPr>
            <p:cNvSpPr txBox="1"/>
            <p:nvPr/>
          </p:nvSpPr>
          <p:spPr>
            <a:xfrm>
              <a:off x="88345" y="245538"/>
              <a:ext cx="2236788" cy="472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服務項目</a:t>
              </a:r>
            </a:p>
          </p:txBody>
        </p:sp>
      </p:grpSp>
      <p:grpSp>
        <p:nvGrpSpPr>
          <p:cNvPr id="34" name="矩形: 圓角 26">
            <a:extLst>
              <a:ext uri="{FF2B5EF4-FFF2-40B4-BE49-F238E27FC236}">
                <a16:creationId xmlns:a16="http://schemas.microsoft.com/office/drawing/2014/main" xmlns="" id="{D73FE79E-F307-118F-A738-2A317BB9BD45}"/>
              </a:ext>
            </a:extLst>
          </p:cNvPr>
          <p:cNvGrpSpPr/>
          <p:nvPr/>
        </p:nvGrpSpPr>
        <p:grpSpPr>
          <a:xfrm>
            <a:off x="3812665" y="3815705"/>
            <a:ext cx="2413481" cy="963530"/>
            <a:chOff x="-1" y="-1"/>
            <a:chExt cx="2413480" cy="963528"/>
          </a:xfrm>
        </p:grpSpPr>
        <p:sp>
          <p:nvSpPr>
            <p:cNvPr id="35" name="圓角矩形">
              <a:extLst>
                <a:ext uri="{FF2B5EF4-FFF2-40B4-BE49-F238E27FC236}">
                  <a16:creationId xmlns:a16="http://schemas.microsoft.com/office/drawing/2014/main" xmlns="" id="{89803A57-7F08-979B-D3F4-4D030A083EBE}"/>
                </a:ext>
              </a:extLst>
            </p:cNvPr>
            <p:cNvSpPr/>
            <p:nvPr/>
          </p:nvSpPr>
          <p:spPr>
            <a:xfrm>
              <a:off x="-2" y="-2"/>
              <a:ext cx="2413482" cy="963530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6" name="需要引薦">
              <a:extLst>
                <a:ext uri="{FF2B5EF4-FFF2-40B4-BE49-F238E27FC236}">
                  <a16:creationId xmlns:a16="http://schemas.microsoft.com/office/drawing/2014/main" xmlns="" id="{3541D158-AB5C-C676-2D18-E5CA5F36210E}"/>
                </a:ext>
              </a:extLst>
            </p:cNvPr>
            <p:cNvSpPr txBox="1"/>
            <p:nvPr/>
          </p:nvSpPr>
          <p:spPr>
            <a:xfrm>
              <a:off x="88345" y="226489"/>
              <a:ext cx="2236786" cy="510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需要引薦</a:t>
              </a:r>
            </a:p>
          </p:txBody>
        </p:sp>
      </p:grpSp>
      <p:sp>
        <p:nvSpPr>
          <p:cNvPr id="37" name="直線單箭頭接點 29">
            <a:extLst>
              <a:ext uri="{FF2B5EF4-FFF2-40B4-BE49-F238E27FC236}">
                <a16:creationId xmlns:a16="http://schemas.microsoft.com/office/drawing/2014/main" xmlns="" id="{07C57310-FFF6-C651-5D94-70282D6C3896}"/>
              </a:ext>
            </a:extLst>
          </p:cNvPr>
          <p:cNvSpPr/>
          <p:nvPr/>
        </p:nvSpPr>
        <p:spPr>
          <a:xfrm>
            <a:off x="5976798" y="4770054"/>
            <a:ext cx="5486911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8" name="文字方塊 1">
            <a:extLst>
              <a:ext uri="{FF2B5EF4-FFF2-40B4-BE49-F238E27FC236}">
                <a16:creationId xmlns:a16="http://schemas.microsoft.com/office/drawing/2014/main" xmlns="" id="{887A8847-F8A4-EF01-BF17-C95818EA43C6}"/>
              </a:ext>
            </a:extLst>
          </p:cNvPr>
          <p:cNvSpPr txBox="1"/>
          <p:nvPr/>
        </p:nvSpPr>
        <p:spPr>
          <a:xfrm>
            <a:off x="6281783" y="1993953"/>
            <a:ext cx="5658163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28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rPr lang="zh-TW" altLang="en-US" dirty="0"/>
              <a:t>{{CT4}}</a:t>
            </a:r>
            <a:endParaRPr dirty="0"/>
          </a:p>
        </p:txBody>
      </p:sp>
      <p:sp>
        <p:nvSpPr>
          <p:cNvPr id="39" name="文字方塊 1">
            <a:extLst>
              <a:ext uri="{FF2B5EF4-FFF2-40B4-BE49-F238E27FC236}">
                <a16:creationId xmlns:a16="http://schemas.microsoft.com/office/drawing/2014/main" xmlns="" id="{C159DF6A-F09F-E92B-F80F-BD57032004B2}"/>
              </a:ext>
            </a:extLst>
          </p:cNvPr>
          <p:cNvSpPr txBox="1"/>
          <p:nvPr/>
        </p:nvSpPr>
        <p:spPr>
          <a:xfrm>
            <a:off x="6123439" y="3754389"/>
            <a:ext cx="6137395" cy="460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>
            <a:lvl1pPr defTabSz="1219318">
              <a:defRPr sz="24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endParaRPr lang="zh-TW" altLang="en-US" dirty="0"/>
          </a:p>
        </p:txBody>
      </p:sp>
      <p:sp>
        <p:nvSpPr>
          <p:cNvPr id="40" name="直線單箭頭接點 29">
            <a:extLst>
              <a:ext uri="{FF2B5EF4-FFF2-40B4-BE49-F238E27FC236}">
                <a16:creationId xmlns:a16="http://schemas.microsoft.com/office/drawing/2014/main" xmlns="" id="{FD581968-7466-9E82-1A34-FB54CA1DE996}"/>
              </a:ext>
            </a:extLst>
          </p:cNvPr>
          <p:cNvSpPr/>
          <p:nvPr/>
        </p:nvSpPr>
        <p:spPr>
          <a:xfrm>
            <a:off x="5811585" y="3739640"/>
            <a:ext cx="5486910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1" name="直線單箭頭接點 29">
            <a:extLst>
              <a:ext uri="{FF2B5EF4-FFF2-40B4-BE49-F238E27FC236}">
                <a16:creationId xmlns:a16="http://schemas.microsoft.com/office/drawing/2014/main" xmlns="" id="{3215EE6C-AB6B-F464-7BB7-3378156EE67E}"/>
              </a:ext>
            </a:extLst>
          </p:cNvPr>
          <p:cNvSpPr/>
          <p:nvPr/>
        </p:nvSpPr>
        <p:spPr>
          <a:xfrm>
            <a:off x="5701296" y="2715420"/>
            <a:ext cx="5486910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grpSp>
        <p:nvGrpSpPr>
          <p:cNvPr id="42" name="矩形: 圆角 10">
            <a:extLst>
              <a:ext uri="{FF2B5EF4-FFF2-40B4-BE49-F238E27FC236}">
                <a16:creationId xmlns:a16="http://schemas.microsoft.com/office/drawing/2014/main" xmlns="" id="{F5BEFD9A-27E7-E95C-2FFC-8706CAEA0A23}"/>
              </a:ext>
            </a:extLst>
          </p:cNvPr>
          <p:cNvGrpSpPr/>
          <p:nvPr/>
        </p:nvGrpSpPr>
        <p:grpSpPr>
          <a:xfrm>
            <a:off x="1034272" y="4946209"/>
            <a:ext cx="1906943" cy="746741"/>
            <a:chOff x="0" y="15261"/>
            <a:chExt cx="1906941" cy="746739"/>
          </a:xfrm>
        </p:grpSpPr>
        <p:sp>
          <p:nvSpPr>
            <p:cNvPr id="43" name="圓角矩形">
              <a:extLst>
                <a:ext uri="{FF2B5EF4-FFF2-40B4-BE49-F238E27FC236}">
                  <a16:creationId xmlns:a16="http://schemas.microsoft.com/office/drawing/2014/main" xmlns="" id="{9DBFD8BE-FD0B-A5F9-2B4D-E422CBBA673C}"/>
                </a:ext>
              </a:extLst>
            </p:cNvPr>
            <p:cNvSpPr/>
            <p:nvPr/>
          </p:nvSpPr>
          <p:spPr>
            <a:xfrm>
              <a:off x="0" y="15261"/>
              <a:ext cx="1906941" cy="746739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8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44" name="葉芯寧">
              <a:extLst>
                <a:ext uri="{FF2B5EF4-FFF2-40B4-BE49-F238E27FC236}">
                  <a16:creationId xmlns:a16="http://schemas.microsoft.com/office/drawing/2014/main" xmlns="" id="{8265EFF4-6D12-1913-114A-E3EC7358C154}"/>
                </a:ext>
              </a:extLst>
            </p:cNvPr>
            <p:cNvSpPr txBox="1"/>
            <p:nvPr/>
          </p:nvSpPr>
          <p:spPr>
            <a:xfrm>
              <a:off x="112545" y="18284"/>
              <a:ext cx="1681849" cy="7078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39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rPr lang="zh-TW" altLang="en-US" sz="4000" dirty="0"/>
                <a:t>{{NAME4}}</a:t>
              </a:r>
              <a:endParaRPr lang="en-US" altLang="zh-TW" dirty="0"/>
            </a:p>
          </p:txBody>
        </p:sp>
      </p:grpSp>
      <p:grpSp>
        <p:nvGrpSpPr>
          <p:cNvPr id="45" name="矩形: 圓角 26">
            <a:extLst>
              <a:ext uri="{FF2B5EF4-FFF2-40B4-BE49-F238E27FC236}">
                <a16:creationId xmlns:a16="http://schemas.microsoft.com/office/drawing/2014/main" xmlns="" id="{5FCE554C-55C4-EE72-314A-F6C023034063}"/>
              </a:ext>
            </a:extLst>
          </p:cNvPr>
          <p:cNvGrpSpPr/>
          <p:nvPr/>
        </p:nvGrpSpPr>
        <p:grpSpPr>
          <a:xfrm>
            <a:off x="3812665" y="4806993"/>
            <a:ext cx="2414601" cy="963977"/>
            <a:chOff x="0" y="0"/>
            <a:chExt cx="2414599" cy="963975"/>
          </a:xfrm>
        </p:grpSpPr>
        <p:sp>
          <p:nvSpPr>
            <p:cNvPr id="46" name="圓角矩形">
              <a:extLst>
                <a:ext uri="{FF2B5EF4-FFF2-40B4-BE49-F238E27FC236}">
                  <a16:creationId xmlns:a16="http://schemas.microsoft.com/office/drawing/2014/main" xmlns="" id="{E1F597C1-F40E-8D03-4BD1-943D2E892BC9}"/>
                </a:ext>
              </a:extLst>
            </p:cNvPr>
            <p:cNvSpPr/>
            <p:nvPr/>
          </p:nvSpPr>
          <p:spPr>
            <a:xfrm>
              <a:off x="-1" y="-1"/>
              <a:ext cx="2414600" cy="963976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47" name="需要引薦">
              <a:extLst>
                <a:ext uri="{FF2B5EF4-FFF2-40B4-BE49-F238E27FC236}">
                  <a16:creationId xmlns:a16="http://schemas.microsoft.com/office/drawing/2014/main" xmlns="" id="{E8B5C587-E8C0-EECB-99D3-8617816B1FF0}"/>
                </a:ext>
              </a:extLst>
            </p:cNvPr>
            <p:cNvSpPr txBox="1"/>
            <p:nvPr/>
          </p:nvSpPr>
          <p:spPr>
            <a:xfrm>
              <a:off x="88386" y="226712"/>
              <a:ext cx="2237825" cy="510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引薦人</a:t>
              </a:r>
            </a:p>
          </p:txBody>
        </p:sp>
      </p:grpSp>
      <p:sp>
        <p:nvSpPr>
          <p:cNvPr id="48" name="直線單箭頭接點 29">
            <a:extLst>
              <a:ext uri="{FF2B5EF4-FFF2-40B4-BE49-F238E27FC236}">
                <a16:creationId xmlns:a16="http://schemas.microsoft.com/office/drawing/2014/main" xmlns="" id="{F0E96812-3620-8D16-72ED-F2977DE4A1EF}"/>
              </a:ext>
            </a:extLst>
          </p:cNvPr>
          <p:cNvSpPr/>
          <p:nvPr/>
        </p:nvSpPr>
        <p:spPr>
          <a:xfrm>
            <a:off x="6072449" y="5647117"/>
            <a:ext cx="5486911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9" name="文字方塊 1">
            <a:extLst>
              <a:ext uri="{FF2B5EF4-FFF2-40B4-BE49-F238E27FC236}">
                <a16:creationId xmlns:a16="http://schemas.microsoft.com/office/drawing/2014/main" xmlns="" id="{745AD719-865E-C14C-C28F-A1313298D68A}"/>
              </a:ext>
            </a:extLst>
          </p:cNvPr>
          <p:cNvSpPr txBox="1"/>
          <p:nvPr/>
        </p:nvSpPr>
        <p:spPr>
          <a:xfrm>
            <a:off x="6401439" y="4930100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rPr lang="zh-TW" altLang="en-US" sz="2800" dirty="0"/>
              <a:t>{{INVITER4}}</a:t>
            </a:r>
            <a:endParaRPr lang="zh-TW" altLang="en-US" sz="2800" dirty="0"/>
          </a:p>
        </p:txBody>
      </p:sp>
      <p:grpSp>
        <p:nvGrpSpPr>
          <p:cNvPr id="51" name="群組 25">
            <a:extLst>
              <a:ext uri="{FF2B5EF4-FFF2-40B4-BE49-F238E27FC236}">
                <a16:creationId xmlns:a16="http://schemas.microsoft.com/office/drawing/2014/main" xmlns="" id="{1A7F0755-2ADD-2AB0-9B2C-2F3507CBA336}"/>
              </a:ext>
            </a:extLst>
          </p:cNvPr>
          <p:cNvGrpSpPr/>
          <p:nvPr/>
        </p:nvGrpSpPr>
        <p:grpSpPr>
          <a:xfrm>
            <a:off x="786585" y="178907"/>
            <a:ext cx="10404389" cy="1535422"/>
            <a:chOff x="-2" y="-1"/>
            <a:chExt cx="10404387" cy="1535420"/>
          </a:xfrm>
        </p:grpSpPr>
        <p:sp>
          <p:nvSpPr>
            <p:cNvPr id="52" name="平行四邊形 26">
              <a:extLst>
                <a:ext uri="{FF2B5EF4-FFF2-40B4-BE49-F238E27FC236}">
                  <a16:creationId xmlns:a16="http://schemas.microsoft.com/office/drawing/2014/main" xmlns="" id="{16C039E2-863E-5043-2DB9-AD7E0642FFBF}"/>
                </a:ext>
              </a:extLst>
            </p:cNvPr>
            <p:cNvSpPr/>
            <p:nvPr/>
          </p:nvSpPr>
          <p:spPr>
            <a:xfrm>
              <a:off x="479877" y="191883"/>
              <a:ext cx="9358943" cy="134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775" y="0"/>
                  </a:lnTo>
                  <a:lnTo>
                    <a:pt x="21600" y="0"/>
                  </a:lnTo>
                  <a:lnTo>
                    <a:pt x="20825" y="21600"/>
                  </a:lnTo>
                  <a:close/>
                </a:path>
              </a:pathLst>
            </a:custGeom>
            <a:solidFill>
              <a:srgbClr val="C7C7C7"/>
            </a:solidFill>
            <a:ln w="12700" cap="flat">
              <a:noFill/>
              <a:miter lim="400000"/>
            </a:ln>
            <a:effectLst>
              <a:outerShdw blurRad="76200" dist="37674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19318">
                <a:defRPr sz="24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pPr>
              <a:endParaRPr/>
            </a:p>
          </p:txBody>
        </p:sp>
        <p:sp>
          <p:nvSpPr>
            <p:cNvPr id="53" name="平行四邊形 27">
              <a:extLst>
                <a:ext uri="{FF2B5EF4-FFF2-40B4-BE49-F238E27FC236}">
                  <a16:creationId xmlns:a16="http://schemas.microsoft.com/office/drawing/2014/main" xmlns="" id="{8F0D1D4E-E2AF-B19C-4ECC-4F75921D8D2E}"/>
                </a:ext>
              </a:extLst>
            </p:cNvPr>
            <p:cNvSpPr/>
            <p:nvPr/>
          </p:nvSpPr>
          <p:spPr>
            <a:xfrm>
              <a:off x="-2" y="-1"/>
              <a:ext cx="9024141" cy="134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804" y="0"/>
                  </a:lnTo>
                  <a:lnTo>
                    <a:pt x="21600" y="0"/>
                  </a:lnTo>
                  <a:lnTo>
                    <a:pt x="20796" y="21600"/>
                  </a:lnTo>
                  <a:close/>
                </a:path>
              </a:pathLst>
            </a:custGeom>
            <a:solidFill>
              <a:srgbClr val="CF2031"/>
            </a:solidFill>
            <a:ln w="19050" cap="flat">
              <a:solidFill>
                <a:srgbClr val="CF2031"/>
              </a:solidFill>
              <a:prstDash val="solid"/>
              <a:miter lim="800000"/>
            </a:ln>
            <a:effectLst>
              <a:outerShdw blurRad="76200" dist="37674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19318">
                <a:defRPr sz="24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pPr>
              <a:endParaRPr/>
            </a:p>
          </p:txBody>
        </p:sp>
        <p:sp>
          <p:nvSpPr>
            <p:cNvPr id="54" name="矩形 29">
              <a:extLst>
                <a:ext uri="{FF2B5EF4-FFF2-40B4-BE49-F238E27FC236}">
                  <a16:creationId xmlns:a16="http://schemas.microsoft.com/office/drawing/2014/main" xmlns="" id="{F39CA52A-F7DB-1697-D678-D81663012D45}"/>
                </a:ext>
              </a:extLst>
            </p:cNvPr>
            <p:cNvSpPr txBox="1"/>
            <p:nvPr/>
          </p:nvSpPr>
          <p:spPr>
            <a:xfrm>
              <a:off x="1119243" y="864008"/>
              <a:ext cx="6725891" cy="3312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>
              <a:lvl1pPr defTabSz="1219318">
                <a:defRPr sz="16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r>
                <a:t>WELCOME VISITORS</a:t>
              </a:r>
            </a:p>
          </p:txBody>
        </p:sp>
        <p:grpSp>
          <p:nvGrpSpPr>
            <p:cNvPr id="55" name="橢圓 30">
              <a:extLst>
                <a:ext uri="{FF2B5EF4-FFF2-40B4-BE49-F238E27FC236}">
                  <a16:creationId xmlns:a16="http://schemas.microsoft.com/office/drawing/2014/main" xmlns="" id="{6EB71EE6-6735-14B0-DA9A-EC355F55C01C}"/>
                </a:ext>
              </a:extLst>
            </p:cNvPr>
            <p:cNvGrpSpPr/>
            <p:nvPr/>
          </p:nvGrpSpPr>
          <p:grpSpPr>
            <a:xfrm>
              <a:off x="9169203" y="54000"/>
              <a:ext cx="1235182" cy="1235186"/>
              <a:chOff x="-2" y="-2"/>
              <a:chExt cx="1235181" cy="1235185"/>
            </a:xfrm>
          </p:grpSpPr>
          <p:sp>
            <p:nvSpPr>
              <p:cNvPr id="57" name="圓形">
                <a:extLst>
                  <a:ext uri="{FF2B5EF4-FFF2-40B4-BE49-F238E27FC236}">
                    <a16:creationId xmlns:a16="http://schemas.microsoft.com/office/drawing/2014/main" xmlns="" id="{DC44ACC2-811F-68B6-63B7-C25695ABCC2D}"/>
                  </a:ext>
                </a:extLst>
              </p:cNvPr>
              <p:cNvSpPr/>
              <p:nvPr/>
            </p:nvSpPr>
            <p:spPr>
              <a:xfrm>
                <a:off x="-2" y="-2"/>
                <a:ext cx="1235181" cy="1235185"/>
              </a:xfrm>
              <a:prstGeom prst="ellipse">
                <a:avLst/>
              </a:prstGeom>
              <a:solidFill>
                <a:srgbClr val="CF2031"/>
              </a:solidFill>
              <a:ln w="19050" cap="flat">
                <a:solidFill>
                  <a:srgbClr val="CF2031"/>
                </a:solidFill>
                <a:prstDash val="solid"/>
                <a:miter lim="800000"/>
              </a:ln>
              <a:effectLst>
                <a:outerShdw blurRad="76200" dist="37674" dir="2700000" rotWithShape="0">
                  <a:srgbClr val="000000">
                    <a:alpha val="40000"/>
                  </a:srgbClr>
                </a:outerShdw>
              </a:effectLst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1219318">
                  <a:defRPr sz="3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58" name="02">
                <a:extLst>
                  <a:ext uri="{FF2B5EF4-FFF2-40B4-BE49-F238E27FC236}">
                    <a16:creationId xmlns:a16="http://schemas.microsoft.com/office/drawing/2014/main" xmlns="" id="{BFB696E0-8564-5B33-0B38-FC844FD37BCA}"/>
                  </a:ext>
                </a:extLst>
              </p:cNvPr>
              <p:cNvSpPr txBox="1"/>
              <p:nvPr/>
            </p:nvSpPr>
            <p:spPr>
              <a:xfrm>
                <a:off x="235412" y="325921"/>
                <a:ext cx="764352" cy="58331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4999" tIns="44999" rIns="44999" bIns="44999" numCol="1" anchor="ctr">
                <a:spAutoFit/>
              </a:bodyPr>
              <a:lstStyle>
                <a:lvl1pPr algn="ctr" defTabSz="1219318">
                  <a:defRPr sz="3200" b="1">
                    <a:solidFill>
                      <a:srgbClr val="FFFFFF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defRPr>
                </a:lvl1pPr>
              </a:lstStyle>
              <a:p>
                <a:r>
                  <a:rPr smtClean="0"/>
                  <a:t>0</a:t>
                </a:r>
                <a:r>
                  <a:rPr lang="en-US" smtClean="0"/>
                  <a:t>4</a:t>
                </a:r>
              </a:p>
            </p:txBody>
          </p:sp>
        </p:grpSp>
        <p:sp>
          <p:nvSpPr>
            <p:cNvPr id="56" name="文字方塊 28">
              <a:extLst>
                <a:ext uri="{FF2B5EF4-FFF2-40B4-BE49-F238E27FC236}">
                  <a16:creationId xmlns:a16="http://schemas.microsoft.com/office/drawing/2014/main" xmlns="" id="{FDEB0F6B-5468-4333-0783-0B70F0A918F9}"/>
                </a:ext>
              </a:extLst>
            </p:cNvPr>
            <p:cNvSpPr txBox="1"/>
            <p:nvPr/>
          </p:nvSpPr>
          <p:spPr>
            <a:xfrm>
              <a:off x="1002962" y="96123"/>
              <a:ext cx="7034052" cy="940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>
              <a:lvl1pPr algn="just" defTabSz="1219318">
                <a:defRPr sz="48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r>
                <a:rPr dirty="0"/>
                <a:t>來賓15秒自我介紹</a:t>
              </a:r>
            </a:p>
          </p:txBody>
        </p:sp>
      </p:grpSp>
      <p:sp>
        <p:nvSpPr>
          <p:cNvPr id="50" name="文字方塊 1">
            <a:extLst>
              <a:ext uri="{FF2B5EF4-FFF2-40B4-BE49-F238E27FC236}">
                <a16:creationId xmlns:a16="http://schemas.microsoft.com/office/drawing/2014/main" xmlns="" id="{AEEAD3CC-BFC0-0C12-9D33-83DA249EE6D9}"/>
              </a:ext>
            </a:extLst>
          </p:cNvPr>
          <p:cNvSpPr txBox="1"/>
          <p:nvPr/>
        </p:nvSpPr>
        <p:spPr>
          <a:xfrm>
            <a:off x="6457086" y="4006870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endParaRPr lang="zh-TW" altLang="en-US" sz="2800" dirty="0"/>
          </a:p>
        </p:txBody>
      </p:sp>
      <p:sp>
        <p:nvSpPr>
          <p:cNvPr id="61" name="文字方塊 1">
            <a:extLst>
              <a:ext uri="{FF2B5EF4-FFF2-40B4-BE49-F238E27FC236}">
                <a16:creationId xmlns:a16="http://schemas.microsoft.com/office/drawing/2014/main" xmlns="" id="{1080D13B-346E-6AA5-BA21-6F5E163775B0}"/>
              </a:ext>
            </a:extLst>
          </p:cNvPr>
          <p:cNvSpPr txBox="1"/>
          <p:nvPr/>
        </p:nvSpPr>
        <p:spPr>
          <a:xfrm>
            <a:off x="6338379" y="2953784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r>
              <a:rPr lang="zh-TW" altLang="en-US" sz="2800" dirty="0"/>
              <a:t>{{SERVICE4}}</a:t>
            </a:r>
            <a:endParaRPr lang="zh-TW" altLang="en-US" sz="2800" dirty="0"/>
          </a:p>
        </p:txBody>
      </p:sp>
      <p:sp>
        <p:nvSpPr>
          <p:cNvPr id="3" name="文字方塊 1">
            <a:extLst>
              <a:ext uri="{FF2B5EF4-FFF2-40B4-BE49-F238E27FC236}">
                <a16:creationId xmlns:a16="http://schemas.microsoft.com/office/drawing/2014/main" xmlns="" id="{879A7CB1-DF92-1475-A893-865DBE704EAE}"/>
              </a:ext>
            </a:extLst>
          </p:cNvPr>
          <p:cNvSpPr txBox="1"/>
          <p:nvPr/>
        </p:nvSpPr>
        <p:spPr>
          <a:xfrm>
            <a:off x="6400319" y="3747445"/>
            <a:ext cx="5467425" cy="829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r>
              <a:rPr lang="zh-TW" altLang="en-US" sz="2400" dirty="0"/>
              <a:t>{{SEEKING4}}</a:t>
            </a:r>
            <a:endParaRPr lang="zh-TW" altLang="en-US" sz="2400" dirty="0"/>
          </a:p>
        </p:txBody>
      </p:sp>
      <p:sp>
        <p:nvSpPr>
          <p:cNvPr id="904" name="PhotoBox"/>
          <p:cNvSpPr/>
          <p:nvPr/>
        </p:nvSpPr>
        <p:spPr>
          <a:xfrm>
            <a:off x="936972" y="1585307"/>
            <a:ext cx="2101540" cy="3312245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A6221A"/>
            </a:solidFill>
            <a:prstDash val="dash"/>
          </a:ln>
        </p:spPr>
        <p:txBody>
          <a:bodyPr anchor="ctr"/>
          <a:lstStyle/>
          <a:p>
            <a:pPr algn="ctr"/>
            <a:r>
              <a:rPr lang="zh-TW" sz="1500">
                <a:solidFill>
                  <a:srgbClr val="7A6E5A"/>
                </a:solidFill>
              </a:rPr>
              <a:t>請貼上來賓照片</a:t>
            </a:r>
          </a:p>
          <a:p>
            <a:pPr algn="ctr"/>
            <a:r>
              <a:rPr lang="zh-TW" sz="1100">
                <a:solidFill>
                  <a:srgbClr val="7A6E5A"/>
                </a:solidFill>
              </a:rPr>
              <a:t>(下載後自行貼上)</a:t>
            </a:r>
          </a:p>
        </p:txBody>
      </p:sp>
    </p:spTree>
    <p:extLst>
      <p:ext uri="{BB962C8B-B14F-4D97-AF65-F5344CB8AC3E}">
        <p14:creationId xmlns:p14="http://schemas.microsoft.com/office/powerpoint/2010/main" val="3676949798"/>
      </p:ext>
    </p:extLst>
  </p:cSld>
  <p:clrMapOvr>
    <a:masterClrMapping/>
  </p:clrMapOvr>
</p:sld>
</file>

<file path=ppt/slides/slideG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4C9FC0D-04C7-9CDD-F82E-B9BCA948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矩形 2">
            <a:extLst>
              <a:ext uri="{FF2B5EF4-FFF2-40B4-BE49-F238E27FC236}">
                <a16:creationId xmlns:a16="http://schemas.microsoft.com/office/drawing/2014/main" xmlns="" id="{5D6DAABF-D057-E96D-98C3-C235BE9EAD8D}"/>
              </a:ext>
            </a:extLst>
          </p:cNvPr>
          <p:cNvGrpSpPr/>
          <p:nvPr/>
        </p:nvGrpSpPr>
        <p:grpSpPr>
          <a:xfrm>
            <a:off x="1771191" y="5831987"/>
            <a:ext cx="1178659" cy="383780"/>
            <a:chOff x="-1" y="0"/>
            <a:chExt cx="1178657" cy="383778"/>
          </a:xfrm>
        </p:grpSpPr>
        <p:sp>
          <p:nvSpPr>
            <p:cNvPr id="5" name="矩形">
              <a:extLst>
                <a:ext uri="{FF2B5EF4-FFF2-40B4-BE49-F238E27FC236}">
                  <a16:creationId xmlns:a16="http://schemas.microsoft.com/office/drawing/2014/main" xmlns="" id="{CBC5F700-2CB3-4CA1-6EE6-8B65700EF1F7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" name="金融投資">
              <a:extLst>
                <a:ext uri="{FF2B5EF4-FFF2-40B4-BE49-F238E27FC236}">
                  <a16:creationId xmlns:a16="http://schemas.microsoft.com/office/drawing/2014/main" xmlns="" id="{72175538-B2BE-E4E4-EFD1-C073FD90CEA9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金融投資</a:t>
              </a:r>
            </a:p>
          </p:txBody>
        </p:sp>
      </p:grpSp>
      <p:grpSp>
        <p:nvGrpSpPr>
          <p:cNvPr id="7" name="矩形 2">
            <a:extLst>
              <a:ext uri="{FF2B5EF4-FFF2-40B4-BE49-F238E27FC236}">
                <a16:creationId xmlns:a16="http://schemas.microsoft.com/office/drawing/2014/main" xmlns="" id="{783FA7C6-08B2-D9FF-2FCE-D5F94D8A267E}"/>
              </a:ext>
            </a:extLst>
          </p:cNvPr>
          <p:cNvGrpSpPr/>
          <p:nvPr/>
        </p:nvGrpSpPr>
        <p:grpSpPr>
          <a:xfrm>
            <a:off x="3017511" y="5831987"/>
            <a:ext cx="1178659" cy="383780"/>
            <a:chOff x="-1" y="0"/>
            <a:chExt cx="1178657" cy="383778"/>
          </a:xfrm>
        </p:grpSpPr>
        <p:sp>
          <p:nvSpPr>
            <p:cNvPr id="8" name="矩形">
              <a:extLst>
                <a:ext uri="{FF2B5EF4-FFF2-40B4-BE49-F238E27FC236}">
                  <a16:creationId xmlns:a16="http://schemas.microsoft.com/office/drawing/2014/main" xmlns="" id="{737BE9B1-C068-8950-4AAE-8AB5380957B8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" name="品牌推廣">
              <a:extLst>
                <a:ext uri="{FF2B5EF4-FFF2-40B4-BE49-F238E27FC236}">
                  <a16:creationId xmlns:a16="http://schemas.microsoft.com/office/drawing/2014/main" xmlns="" id="{4F1669A1-5291-9DEC-1BE9-D1BB03174833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品牌推廣</a:t>
              </a:r>
            </a:p>
          </p:txBody>
        </p:sp>
      </p:grpSp>
      <p:grpSp>
        <p:nvGrpSpPr>
          <p:cNvPr id="10" name="矩形 2">
            <a:extLst>
              <a:ext uri="{FF2B5EF4-FFF2-40B4-BE49-F238E27FC236}">
                <a16:creationId xmlns:a16="http://schemas.microsoft.com/office/drawing/2014/main" xmlns="" id="{7FAF0CBB-E577-255F-C8AA-C2D59E1813CD}"/>
              </a:ext>
            </a:extLst>
          </p:cNvPr>
          <p:cNvGrpSpPr/>
          <p:nvPr/>
        </p:nvGrpSpPr>
        <p:grpSpPr>
          <a:xfrm>
            <a:off x="4254469" y="5831987"/>
            <a:ext cx="1178659" cy="383780"/>
            <a:chOff x="-1" y="0"/>
            <a:chExt cx="1178657" cy="383778"/>
          </a:xfrm>
        </p:grpSpPr>
        <p:sp>
          <p:nvSpPr>
            <p:cNvPr id="11" name="矩形">
              <a:extLst>
                <a:ext uri="{FF2B5EF4-FFF2-40B4-BE49-F238E27FC236}">
                  <a16:creationId xmlns:a16="http://schemas.microsoft.com/office/drawing/2014/main" xmlns="" id="{2C0E2AA6-3245-4DB6-A9E9-C968D2A7D580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2" name="商業服務">
              <a:extLst>
                <a:ext uri="{FF2B5EF4-FFF2-40B4-BE49-F238E27FC236}">
                  <a16:creationId xmlns:a16="http://schemas.microsoft.com/office/drawing/2014/main" xmlns="" id="{A10E25BF-C5DF-E231-42AC-12B9467FB38D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商業服務</a:t>
              </a:r>
            </a:p>
          </p:txBody>
        </p:sp>
      </p:grpSp>
      <p:grpSp>
        <p:nvGrpSpPr>
          <p:cNvPr id="13" name="矩形 2">
            <a:extLst>
              <a:ext uri="{FF2B5EF4-FFF2-40B4-BE49-F238E27FC236}">
                <a16:creationId xmlns:a16="http://schemas.microsoft.com/office/drawing/2014/main" xmlns="" id="{642D1255-5A24-91AA-33D6-7DCA2C8AA973}"/>
              </a:ext>
            </a:extLst>
          </p:cNvPr>
          <p:cNvGrpSpPr/>
          <p:nvPr/>
        </p:nvGrpSpPr>
        <p:grpSpPr>
          <a:xfrm>
            <a:off x="5491428" y="5831987"/>
            <a:ext cx="1178656" cy="383780"/>
            <a:chOff x="-1" y="0"/>
            <a:chExt cx="1178654" cy="383778"/>
          </a:xfrm>
        </p:grpSpPr>
        <p:sp>
          <p:nvSpPr>
            <p:cNvPr id="14" name="矩形">
              <a:extLst>
                <a:ext uri="{FF2B5EF4-FFF2-40B4-BE49-F238E27FC236}">
                  <a16:creationId xmlns:a16="http://schemas.microsoft.com/office/drawing/2014/main" xmlns="" id="{9D12C0D3-B366-1864-B7C7-05C6882668F5}"/>
                </a:ext>
              </a:extLst>
            </p:cNvPr>
            <p:cNvSpPr/>
            <p:nvPr/>
          </p:nvSpPr>
          <p:spPr>
            <a:xfrm>
              <a:off x="-2" y="-1"/>
              <a:ext cx="1178656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" name="醫療健康">
              <a:extLst>
                <a:ext uri="{FF2B5EF4-FFF2-40B4-BE49-F238E27FC236}">
                  <a16:creationId xmlns:a16="http://schemas.microsoft.com/office/drawing/2014/main" xmlns="" id="{F5CF93FC-3C84-1AA2-C15D-7A10D1878C5B}"/>
                </a:ext>
              </a:extLst>
            </p:cNvPr>
            <p:cNvSpPr txBox="1"/>
            <p:nvPr/>
          </p:nvSpPr>
          <p:spPr>
            <a:xfrm>
              <a:off x="54526" y="7185"/>
              <a:ext cx="1069601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醫療健康</a:t>
              </a:r>
            </a:p>
          </p:txBody>
        </p:sp>
      </p:grpSp>
      <p:grpSp>
        <p:nvGrpSpPr>
          <p:cNvPr id="16" name="矩形 2">
            <a:extLst>
              <a:ext uri="{FF2B5EF4-FFF2-40B4-BE49-F238E27FC236}">
                <a16:creationId xmlns:a16="http://schemas.microsoft.com/office/drawing/2014/main" xmlns="" id="{E36532E3-06CB-6256-CEAE-03233547F4FB}"/>
              </a:ext>
            </a:extLst>
          </p:cNvPr>
          <p:cNvGrpSpPr/>
          <p:nvPr/>
        </p:nvGrpSpPr>
        <p:grpSpPr>
          <a:xfrm>
            <a:off x="6728750" y="5831987"/>
            <a:ext cx="1178659" cy="383780"/>
            <a:chOff x="-1" y="0"/>
            <a:chExt cx="1178657" cy="383778"/>
          </a:xfrm>
        </p:grpSpPr>
        <p:sp>
          <p:nvSpPr>
            <p:cNvPr id="17" name="矩形">
              <a:extLst>
                <a:ext uri="{FF2B5EF4-FFF2-40B4-BE49-F238E27FC236}">
                  <a16:creationId xmlns:a16="http://schemas.microsoft.com/office/drawing/2014/main" xmlns="" id="{2AC36A8F-B16F-8E8C-0EDC-1AFEA896E0D9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8" name="食品餐飲">
              <a:extLst>
                <a:ext uri="{FF2B5EF4-FFF2-40B4-BE49-F238E27FC236}">
                  <a16:creationId xmlns:a16="http://schemas.microsoft.com/office/drawing/2014/main" xmlns="" id="{DF4543CD-11F2-22CE-1A53-24DBE70CDE10}"/>
                </a:ext>
              </a:extLst>
            </p:cNvPr>
            <p:cNvSpPr txBox="1"/>
            <p:nvPr/>
          </p:nvSpPr>
          <p:spPr>
            <a:xfrm>
              <a:off x="54528" y="7185"/>
              <a:ext cx="1069603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食品餐飲</a:t>
              </a:r>
            </a:p>
          </p:txBody>
        </p:sp>
      </p:grpSp>
      <p:grpSp>
        <p:nvGrpSpPr>
          <p:cNvPr id="19" name="矩形 2">
            <a:extLst>
              <a:ext uri="{FF2B5EF4-FFF2-40B4-BE49-F238E27FC236}">
                <a16:creationId xmlns:a16="http://schemas.microsoft.com/office/drawing/2014/main" xmlns="" id="{D1AC1ED6-DA3D-795A-B487-485A1CFCE0F1}"/>
              </a:ext>
            </a:extLst>
          </p:cNvPr>
          <p:cNvGrpSpPr/>
          <p:nvPr/>
        </p:nvGrpSpPr>
        <p:grpSpPr>
          <a:xfrm>
            <a:off x="7965711" y="5831987"/>
            <a:ext cx="1178659" cy="383780"/>
            <a:chOff x="-1" y="0"/>
            <a:chExt cx="1178657" cy="383778"/>
          </a:xfrm>
        </p:grpSpPr>
        <p:sp>
          <p:nvSpPr>
            <p:cNvPr id="20" name="矩形">
              <a:extLst>
                <a:ext uri="{FF2B5EF4-FFF2-40B4-BE49-F238E27FC236}">
                  <a16:creationId xmlns:a16="http://schemas.microsoft.com/office/drawing/2014/main" xmlns="" id="{374F9E01-9666-70B5-1726-22E3F7A3F79D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1" name="時尚生活">
              <a:extLst>
                <a:ext uri="{FF2B5EF4-FFF2-40B4-BE49-F238E27FC236}">
                  <a16:creationId xmlns:a16="http://schemas.microsoft.com/office/drawing/2014/main" xmlns="" id="{14475685-DEB0-11B7-4666-781CD69C5AAA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時尚生活</a:t>
              </a:r>
            </a:p>
          </p:txBody>
        </p:sp>
      </p:grpSp>
      <p:grpSp>
        <p:nvGrpSpPr>
          <p:cNvPr id="22" name="矩形 2">
            <a:extLst>
              <a:ext uri="{FF2B5EF4-FFF2-40B4-BE49-F238E27FC236}">
                <a16:creationId xmlns:a16="http://schemas.microsoft.com/office/drawing/2014/main" xmlns="" id="{D57A40FB-9FD5-AF5C-B247-9D45094F0ACC}"/>
              </a:ext>
            </a:extLst>
          </p:cNvPr>
          <p:cNvGrpSpPr/>
          <p:nvPr/>
        </p:nvGrpSpPr>
        <p:grpSpPr>
          <a:xfrm>
            <a:off x="9203030" y="5831987"/>
            <a:ext cx="1456576" cy="383780"/>
            <a:chOff x="0" y="0"/>
            <a:chExt cx="1456574" cy="383778"/>
          </a:xfrm>
        </p:grpSpPr>
        <p:sp>
          <p:nvSpPr>
            <p:cNvPr id="23" name="矩形">
              <a:extLst>
                <a:ext uri="{FF2B5EF4-FFF2-40B4-BE49-F238E27FC236}">
                  <a16:creationId xmlns:a16="http://schemas.microsoft.com/office/drawing/2014/main" xmlns="" id="{D5FDBC8C-7C5A-7DCD-F277-4A74DC67413C}"/>
                </a:ext>
              </a:extLst>
            </p:cNvPr>
            <p:cNvSpPr/>
            <p:nvPr/>
          </p:nvSpPr>
          <p:spPr>
            <a:xfrm>
              <a:off x="-1" y="-1"/>
              <a:ext cx="1456575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4" name="商品規劃包裝">
              <a:extLst>
                <a:ext uri="{FF2B5EF4-FFF2-40B4-BE49-F238E27FC236}">
                  <a16:creationId xmlns:a16="http://schemas.microsoft.com/office/drawing/2014/main" xmlns="" id="{69932356-4EBD-8211-99F8-1862A49945BF}"/>
                </a:ext>
              </a:extLst>
            </p:cNvPr>
            <p:cNvSpPr txBox="1"/>
            <p:nvPr/>
          </p:nvSpPr>
          <p:spPr>
            <a:xfrm>
              <a:off x="54525" y="7185"/>
              <a:ext cx="1347524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商品規劃包裝</a:t>
              </a:r>
            </a:p>
          </p:txBody>
        </p:sp>
      </p:grpSp>
      <p:grpSp>
        <p:nvGrpSpPr>
          <p:cNvPr id="25" name="矩形 2">
            <a:extLst>
              <a:ext uri="{FF2B5EF4-FFF2-40B4-BE49-F238E27FC236}">
                <a16:creationId xmlns:a16="http://schemas.microsoft.com/office/drawing/2014/main" xmlns="" id="{86D65167-FCDD-6DA3-150E-9B2E76978415}"/>
              </a:ext>
            </a:extLst>
          </p:cNvPr>
          <p:cNvGrpSpPr/>
          <p:nvPr/>
        </p:nvGrpSpPr>
        <p:grpSpPr>
          <a:xfrm>
            <a:off x="10708909" y="5831987"/>
            <a:ext cx="1384577" cy="383780"/>
            <a:chOff x="-1" y="0"/>
            <a:chExt cx="1384576" cy="383778"/>
          </a:xfrm>
        </p:grpSpPr>
        <p:sp>
          <p:nvSpPr>
            <p:cNvPr id="26" name="矩形">
              <a:extLst>
                <a:ext uri="{FF2B5EF4-FFF2-40B4-BE49-F238E27FC236}">
                  <a16:creationId xmlns:a16="http://schemas.microsoft.com/office/drawing/2014/main" xmlns="" id="{17F8C02D-C443-33B9-8F9D-9CBE3C9CFCA0}"/>
                </a:ext>
              </a:extLst>
            </p:cNvPr>
            <p:cNvSpPr/>
            <p:nvPr/>
          </p:nvSpPr>
          <p:spPr>
            <a:xfrm>
              <a:off x="-2" y="-1"/>
              <a:ext cx="1384577" cy="383780"/>
            </a:xfrm>
            <a:prstGeom prst="rect">
              <a:avLst/>
            </a:prstGeom>
            <a:solidFill>
              <a:srgbClr val="00B05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7" name="參訪來賓">
              <a:extLst>
                <a:ext uri="{FF2B5EF4-FFF2-40B4-BE49-F238E27FC236}">
                  <a16:creationId xmlns:a16="http://schemas.microsoft.com/office/drawing/2014/main" xmlns="" id="{AE141260-B956-1BD4-55F8-93AE6D1B1222}"/>
                </a:ext>
              </a:extLst>
            </p:cNvPr>
            <p:cNvSpPr txBox="1"/>
            <p:nvPr/>
          </p:nvSpPr>
          <p:spPr>
            <a:xfrm>
              <a:off x="45002" y="7185"/>
              <a:ext cx="1294575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參訪來賓</a:t>
              </a:r>
            </a:p>
          </p:txBody>
        </p:sp>
      </p:grpSp>
      <p:grpSp>
        <p:nvGrpSpPr>
          <p:cNvPr id="28" name="矩形: 圓角 19">
            <a:extLst>
              <a:ext uri="{FF2B5EF4-FFF2-40B4-BE49-F238E27FC236}">
                <a16:creationId xmlns:a16="http://schemas.microsoft.com/office/drawing/2014/main" xmlns="" id="{80EC3EEC-320C-48F5-19EA-EDFBFD775664}"/>
              </a:ext>
            </a:extLst>
          </p:cNvPr>
          <p:cNvGrpSpPr/>
          <p:nvPr/>
        </p:nvGrpSpPr>
        <p:grpSpPr>
          <a:xfrm>
            <a:off x="3773055" y="1822260"/>
            <a:ext cx="2431568" cy="970750"/>
            <a:chOff x="0" y="0"/>
            <a:chExt cx="2431566" cy="970748"/>
          </a:xfrm>
        </p:grpSpPr>
        <p:sp>
          <p:nvSpPr>
            <p:cNvPr id="29" name="圓角矩形">
              <a:extLst>
                <a:ext uri="{FF2B5EF4-FFF2-40B4-BE49-F238E27FC236}">
                  <a16:creationId xmlns:a16="http://schemas.microsoft.com/office/drawing/2014/main" xmlns="" id="{3A345DC8-D17A-6BB1-00B0-5F7F5785ABFD}"/>
                </a:ext>
              </a:extLst>
            </p:cNvPr>
            <p:cNvSpPr/>
            <p:nvPr/>
          </p:nvSpPr>
          <p:spPr>
            <a:xfrm>
              <a:off x="-1" y="-1"/>
              <a:ext cx="2431567" cy="970749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0" name="公司名稱…">
              <a:extLst>
                <a:ext uri="{FF2B5EF4-FFF2-40B4-BE49-F238E27FC236}">
                  <a16:creationId xmlns:a16="http://schemas.microsoft.com/office/drawing/2014/main" xmlns="" id="{640E4531-6A68-617A-5143-02C5B623F5CF}"/>
                </a:ext>
              </a:extLst>
            </p:cNvPr>
            <p:cNvSpPr txBox="1"/>
            <p:nvPr/>
          </p:nvSpPr>
          <p:spPr>
            <a:xfrm>
              <a:off x="88351" y="59369"/>
              <a:ext cx="2254860" cy="8519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r>
                <a:rPr dirty="0" err="1"/>
                <a:t>公司名稱</a:t>
              </a:r>
              <a:endParaRPr dirty="0"/>
            </a:p>
            <a:p>
              <a: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r>
                <a:rPr dirty="0" err="1"/>
                <a:t>職務名稱</a:t>
              </a:r>
              <a:endParaRPr dirty="0"/>
            </a:p>
          </p:txBody>
        </p:sp>
      </p:grpSp>
      <p:grpSp>
        <p:nvGrpSpPr>
          <p:cNvPr id="31" name="矩形: 圓角 25">
            <a:extLst>
              <a:ext uri="{FF2B5EF4-FFF2-40B4-BE49-F238E27FC236}">
                <a16:creationId xmlns:a16="http://schemas.microsoft.com/office/drawing/2014/main" xmlns="" id="{DE62D0C2-76AA-F83C-C1F7-A1497EF6171F}"/>
              </a:ext>
            </a:extLst>
          </p:cNvPr>
          <p:cNvGrpSpPr/>
          <p:nvPr/>
        </p:nvGrpSpPr>
        <p:grpSpPr>
          <a:xfrm>
            <a:off x="3782098" y="2818471"/>
            <a:ext cx="2413481" cy="963529"/>
            <a:chOff x="0" y="-1"/>
            <a:chExt cx="2413480" cy="963528"/>
          </a:xfrm>
        </p:grpSpPr>
        <p:sp>
          <p:nvSpPr>
            <p:cNvPr id="32" name="圓角矩形">
              <a:extLst>
                <a:ext uri="{FF2B5EF4-FFF2-40B4-BE49-F238E27FC236}">
                  <a16:creationId xmlns:a16="http://schemas.microsoft.com/office/drawing/2014/main" xmlns="" id="{33F9D984-0491-C7AE-94B6-008944DB26A6}"/>
                </a:ext>
              </a:extLst>
            </p:cNvPr>
            <p:cNvSpPr/>
            <p:nvPr/>
          </p:nvSpPr>
          <p:spPr>
            <a:xfrm>
              <a:off x="-1" y="-2"/>
              <a:ext cx="2413481" cy="963530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3" name="服務項目">
              <a:extLst>
                <a:ext uri="{FF2B5EF4-FFF2-40B4-BE49-F238E27FC236}">
                  <a16:creationId xmlns:a16="http://schemas.microsoft.com/office/drawing/2014/main" xmlns="" id="{51876C5B-1C19-2987-7D9A-D2B2E9C25AED}"/>
                </a:ext>
              </a:extLst>
            </p:cNvPr>
            <p:cNvSpPr txBox="1"/>
            <p:nvPr/>
          </p:nvSpPr>
          <p:spPr>
            <a:xfrm>
              <a:off x="88345" y="245538"/>
              <a:ext cx="2236788" cy="472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服務項目</a:t>
              </a:r>
            </a:p>
          </p:txBody>
        </p:sp>
      </p:grpSp>
      <p:grpSp>
        <p:nvGrpSpPr>
          <p:cNvPr id="34" name="矩形: 圓角 26">
            <a:extLst>
              <a:ext uri="{FF2B5EF4-FFF2-40B4-BE49-F238E27FC236}">
                <a16:creationId xmlns:a16="http://schemas.microsoft.com/office/drawing/2014/main" xmlns="" id="{D73FE79E-F307-118F-A738-2A317BB9BD45}"/>
              </a:ext>
            </a:extLst>
          </p:cNvPr>
          <p:cNvGrpSpPr/>
          <p:nvPr/>
        </p:nvGrpSpPr>
        <p:grpSpPr>
          <a:xfrm>
            <a:off x="3812665" y="3815705"/>
            <a:ext cx="2413481" cy="963530"/>
            <a:chOff x="-1" y="-1"/>
            <a:chExt cx="2413480" cy="963528"/>
          </a:xfrm>
        </p:grpSpPr>
        <p:sp>
          <p:nvSpPr>
            <p:cNvPr id="35" name="圓角矩形">
              <a:extLst>
                <a:ext uri="{FF2B5EF4-FFF2-40B4-BE49-F238E27FC236}">
                  <a16:creationId xmlns:a16="http://schemas.microsoft.com/office/drawing/2014/main" xmlns="" id="{89803A57-7F08-979B-D3F4-4D030A083EBE}"/>
                </a:ext>
              </a:extLst>
            </p:cNvPr>
            <p:cNvSpPr/>
            <p:nvPr/>
          </p:nvSpPr>
          <p:spPr>
            <a:xfrm>
              <a:off x="-2" y="-2"/>
              <a:ext cx="2413482" cy="963530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6" name="需要引薦">
              <a:extLst>
                <a:ext uri="{FF2B5EF4-FFF2-40B4-BE49-F238E27FC236}">
                  <a16:creationId xmlns:a16="http://schemas.microsoft.com/office/drawing/2014/main" xmlns="" id="{3541D158-AB5C-C676-2D18-E5CA5F36210E}"/>
                </a:ext>
              </a:extLst>
            </p:cNvPr>
            <p:cNvSpPr txBox="1"/>
            <p:nvPr/>
          </p:nvSpPr>
          <p:spPr>
            <a:xfrm>
              <a:off x="88345" y="226489"/>
              <a:ext cx="2236786" cy="510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需要引薦</a:t>
              </a:r>
            </a:p>
          </p:txBody>
        </p:sp>
      </p:grpSp>
      <p:sp>
        <p:nvSpPr>
          <p:cNvPr id="37" name="直線單箭頭接點 29">
            <a:extLst>
              <a:ext uri="{FF2B5EF4-FFF2-40B4-BE49-F238E27FC236}">
                <a16:creationId xmlns:a16="http://schemas.microsoft.com/office/drawing/2014/main" xmlns="" id="{07C57310-FFF6-C651-5D94-70282D6C3896}"/>
              </a:ext>
            </a:extLst>
          </p:cNvPr>
          <p:cNvSpPr/>
          <p:nvPr/>
        </p:nvSpPr>
        <p:spPr>
          <a:xfrm>
            <a:off x="5976798" y="4770054"/>
            <a:ext cx="5486911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8" name="文字方塊 1">
            <a:extLst>
              <a:ext uri="{FF2B5EF4-FFF2-40B4-BE49-F238E27FC236}">
                <a16:creationId xmlns:a16="http://schemas.microsoft.com/office/drawing/2014/main" xmlns="" id="{887A8847-F8A4-EF01-BF17-C95818EA43C6}"/>
              </a:ext>
            </a:extLst>
          </p:cNvPr>
          <p:cNvSpPr txBox="1"/>
          <p:nvPr/>
        </p:nvSpPr>
        <p:spPr>
          <a:xfrm>
            <a:off x="6281783" y="1993953"/>
            <a:ext cx="5658163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28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rPr lang="zh-TW" altLang="en-US" dirty="0"/>
              <a:t>{{CT5}}</a:t>
            </a:r>
            <a:endParaRPr dirty="0"/>
          </a:p>
        </p:txBody>
      </p:sp>
      <p:sp>
        <p:nvSpPr>
          <p:cNvPr id="39" name="文字方塊 1">
            <a:extLst>
              <a:ext uri="{FF2B5EF4-FFF2-40B4-BE49-F238E27FC236}">
                <a16:creationId xmlns:a16="http://schemas.microsoft.com/office/drawing/2014/main" xmlns="" id="{C159DF6A-F09F-E92B-F80F-BD57032004B2}"/>
              </a:ext>
            </a:extLst>
          </p:cNvPr>
          <p:cNvSpPr txBox="1"/>
          <p:nvPr/>
        </p:nvSpPr>
        <p:spPr>
          <a:xfrm>
            <a:off x="6123439" y="3754389"/>
            <a:ext cx="6137395" cy="460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>
            <a:lvl1pPr defTabSz="1219318">
              <a:defRPr sz="24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endParaRPr lang="zh-TW" altLang="en-US" dirty="0"/>
          </a:p>
        </p:txBody>
      </p:sp>
      <p:sp>
        <p:nvSpPr>
          <p:cNvPr id="40" name="直線單箭頭接點 29">
            <a:extLst>
              <a:ext uri="{FF2B5EF4-FFF2-40B4-BE49-F238E27FC236}">
                <a16:creationId xmlns:a16="http://schemas.microsoft.com/office/drawing/2014/main" xmlns="" id="{FD581968-7466-9E82-1A34-FB54CA1DE996}"/>
              </a:ext>
            </a:extLst>
          </p:cNvPr>
          <p:cNvSpPr/>
          <p:nvPr/>
        </p:nvSpPr>
        <p:spPr>
          <a:xfrm>
            <a:off x="5811585" y="3739640"/>
            <a:ext cx="5486910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1" name="直線單箭頭接點 29">
            <a:extLst>
              <a:ext uri="{FF2B5EF4-FFF2-40B4-BE49-F238E27FC236}">
                <a16:creationId xmlns:a16="http://schemas.microsoft.com/office/drawing/2014/main" xmlns="" id="{3215EE6C-AB6B-F464-7BB7-3378156EE67E}"/>
              </a:ext>
            </a:extLst>
          </p:cNvPr>
          <p:cNvSpPr/>
          <p:nvPr/>
        </p:nvSpPr>
        <p:spPr>
          <a:xfrm>
            <a:off x="5701296" y="2715420"/>
            <a:ext cx="5486910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grpSp>
        <p:nvGrpSpPr>
          <p:cNvPr id="42" name="矩形: 圆角 10">
            <a:extLst>
              <a:ext uri="{FF2B5EF4-FFF2-40B4-BE49-F238E27FC236}">
                <a16:creationId xmlns:a16="http://schemas.microsoft.com/office/drawing/2014/main" xmlns="" id="{F5BEFD9A-27E7-E95C-2FFC-8706CAEA0A23}"/>
              </a:ext>
            </a:extLst>
          </p:cNvPr>
          <p:cNvGrpSpPr/>
          <p:nvPr/>
        </p:nvGrpSpPr>
        <p:grpSpPr>
          <a:xfrm>
            <a:off x="1034272" y="4946209"/>
            <a:ext cx="1906943" cy="746741"/>
            <a:chOff x="0" y="15261"/>
            <a:chExt cx="1906941" cy="746739"/>
          </a:xfrm>
        </p:grpSpPr>
        <p:sp>
          <p:nvSpPr>
            <p:cNvPr id="43" name="圓角矩形">
              <a:extLst>
                <a:ext uri="{FF2B5EF4-FFF2-40B4-BE49-F238E27FC236}">
                  <a16:creationId xmlns:a16="http://schemas.microsoft.com/office/drawing/2014/main" xmlns="" id="{9DBFD8BE-FD0B-A5F9-2B4D-E422CBBA673C}"/>
                </a:ext>
              </a:extLst>
            </p:cNvPr>
            <p:cNvSpPr/>
            <p:nvPr/>
          </p:nvSpPr>
          <p:spPr>
            <a:xfrm>
              <a:off x="0" y="15261"/>
              <a:ext cx="1906941" cy="746739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8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44" name="葉芯寧">
              <a:extLst>
                <a:ext uri="{FF2B5EF4-FFF2-40B4-BE49-F238E27FC236}">
                  <a16:creationId xmlns:a16="http://schemas.microsoft.com/office/drawing/2014/main" xmlns="" id="{8265EFF4-6D12-1913-114A-E3EC7358C154}"/>
                </a:ext>
              </a:extLst>
            </p:cNvPr>
            <p:cNvSpPr txBox="1"/>
            <p:nvPr/>
          </p:nvSpPr>
          <p:spPr>
            <a:xfrm>
              <a:off x="112545" y="18284"/>
              <a:ext cx="1681849" cy="7078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39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rPr lang="zh-TW" altLang="en-US" sz="4000" dirty="0"/>
                <a:t>{{NAME5}}</a:t>
              </a:r>
              <a:endParaRPr lang="en-US" altLang="zh-TW" dirty="0"/>
            </a:p>
          </p:txBody>
        </p:sp>
      </p:grpSp>
      <p:grpSp>
        <p:nvGrpSpPr>
          <p:cNvPr id="45" name="矩形: 圓角 26">
            <a:extLst>
              <a:ext uri="{FF2B5EF4-FFF2-40B4-BE49-F238E27FC236}">
                <a16:creationId xmlns:a16="http://schemas.microsoft.com/office/drawing/2014/main" xmlns="" id="{5FCE554C-55C4-EE72-314A-F6C023034063}"/>
              </a:ext>
            </a:extLst>
          </p:cNvPr>
          <p:cNvGrpSpPr/>
          <p:nvPr/>
        </p:nvGrpSpPr>
        <p:grpSpPr>
          <a:xfrm>
            <a:off x="3812665" y="4806993"/>
            <a:ext cx="2414601" cy="963977"/>
            <a:chOff x="0" y="0"/>
            <a:chExt cx="2414599" cy="963975"/>
          </a:xfrm>
        </p:grpSpPr>
        <p:sp>
          <p:nvSpPr>
            <p:cNvPr id="46" name="圓角矩形">
              <a:extLst>
                <a:ext uri="{FF2B5EF4-FFF2-40B4-BE49-F238E27FC236}">
                  <a16:creationId xmlns:a16="http://schemas.microsoft.com/office/drawing/2014/main" xmlns="" id="{E1F597C1-F40E-8D03-4BD1-943D2E892BC9}"/>
                </a:ext>
              </a:extLst>
            </p:cNvPr>
            <p:cNvSpPr/>
            <p:nvPr/>
          </p:nvSpPr>
          <p:spPr>
            <a:xfrm>
              <a:off x="-1" y="-1"/>
              <a:ext cx="2414600" cy="963976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47" name="需要引薦">
              <a:extLst>
                <a:ext uri="{FF2B5EF4-FFF2-40B4-BE49-F238E27FC236}">
                  <a16:creationId xmlns:a16="http://schemas.microsoft.com/office/drawing/2014/main" xmlns="" id="{E8B5C587-E8C0-EECB-99D3-8617816B1FF0}"/>
                </a:ext>
              </a:extLst>
            </p:cNvPr>
            <p:cNvSpPr txBox="1"/>
            <p:nvPr/>
          </p:nvSpPr>
          <p:spPr>
            <a:xfrm>
              <a:off x="88386" y="226712"/>
              <a:ext cx="2237825" cy="510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引薦人</a:t>
              </a:r>
            </a:p>
          </p:txBody>
        </p:sp>
      </p:grpSp>
      <p:sp>
        <p:nvSpPr>
          <p:cNvPr id="48" name="直線單箭頭接點 29">
            <a:extLst>
              <a:ext uri="{FF2B5EF4-FFF2-40B4-BE49-F238E27FC236}">
                <a16:creationId xmlns:a16="http://schemas.microsoft.com/office/drawing/2014/main" xmlns="" id="{F0E96812-3620-8D16-72ED-F2977DE4A1EF}"/>
              </a:ext>
            </a:extLst>
          </p:cNvPr>
          <p:cNvSpPr/>
          <p:nvPr/>
        </p:nvSpPr>
        <p:spPr>
          <a:xfrm>
            <a:off x="6072449" y="5647117"/>
            <a:ext cx="5486911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9" name="文字方塊 1">
            <a:extLst>
              <a:ext uri="{FF2B5EF4-FFF2-40B4-BE49-F238E27FC236}">
                <a16:creationId xmlns:a16="http://schemas.microsoft.com/office/drawing/2014/main" xmlns="" id="{745AD719-865E-C14C-C28F-A1313298D68A}"/>
              </a:ext>
            </a:extLst>
          </p:cNvPr>
          <p:cNvSpPr txBox="1"/>
          <p:nvPr/>
        </p:nvSpPr>
        <p:spPr>
          <a:xfrm>
            <a:off x="6401439" y="4930100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rPr lang="zh-TW" altLang="en-US" sz="2800" dirty="0"/>
              <a:t>{{INVITER5}}</a:t>
            </a:r>
            <a:endParaRPr lang="zh-TW" altLang="en-US" sz="2800" dirty="0"/>
          </a:p>
        </p:txBody>
      </p:sp>
      <p:grpSp>
        <p:nvGrpSpPr>
          <p:cNvPr id="51" name="群組 25">
            <a:extLst>
              <a:ext uri="{FF2B5EF4-FFF2-40B4-BE49-F238E27FC236}">
                <a16:creationId xmlns:a16="http://schemas.microsoft.com/office/drawing/2014/main" xmlns="" id="{1A7F0755-2ADD-2AB0-9B2C-2F3507CBA336}"/>
              </a:ext>
            </a:extLst>
          </p:cNvPr>
          <p:cNvGrpSpPr/>
          <p:nvPr/>
        </p:nvGrpSpPr>
        <p:grpSpPr>
          <a:xfrm>
            <a:off x="786585" y="178907"/>
            <a:ext cx="10404389" cy="1535422"/>
            <a:chOff x="-2" y="-1"/>
            <a:chExt cx="10404387" cy="1535420"/>
          </a:xfrm>
        </p:grpSpPr>
        <p:sp>
          <p:nvSpPr>
            <p:cNvPr id="52" name="平行四邊形 26">
              <a:extLst>
                <a:ext uri="{FF2B5EF4-FFF2-40B4-BE49-F238E27FC236}">
                  <a16:creationId xmlns:a16="http://schemas.microsoft.com/office/drawing/2014/main" xmlns="" id="{16C039E2-863E-5043-2DB9-AD7E0642FFBF}"/>
                </a:ext>
              </a:extLst>
            </p:cNvPr>
            <p:cNvSpPr/>
            <p:nvPr/>
          </p:nvSpPr>
          <p:spPr>
            <a:xfrm>
              <a:off x="479877" y="191883"/>
              <a:ext cx="9358943" cy="134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775" y="0"/>
                  </a:lnTo>
                  <a:lnTo>
                    <a:pt x="21600" y="0"/>
                  </a:lnTo>
                  <a:lnTo>
                    <a:pt x="20825" y="21600"/>
                  </a:lnTo>
                  <a:close/>
                </a:path>
              </a:pathLst>
            </a:custGeom>
            <a:solidFill>
              <a:srgbClr val="C7C7C7"/>
            </a:solidFill>
            <a:ln w="12700" cap="flat">
              <a:noFill/>
              <a:miter lim="400000"/>
            </a:ln>
            <a:effectLst>
              <a:outerShdw blurRad="76200" dist="37674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19318">
                <a:defRPr sz="24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pPr>
              <a:endParaRPr/>
            </a:p>
          </p:txBody>
        </p:sp>
        <p:sp>
          <p:nvSpPr>
            <p:cNvPr id="53" name="平行四邊形 27">
              <a:extLst>
                <a:ext uri="{FF2B5EF4-FFF2-40B4-BE49-F238E27FC236}">
                  <a16:creationId xmlns:a16="http://schemas.microsoft.com/office/drawing/2014/main" xmlns="" id="{8F0D1D4E-E2AF-B19C-4ECC-4F75921D8D2E}"/>
                </a:ext>
              </a:extLst>
            </p:cNvPr>
            <p:cNvSpPr/>
            <p:nvPr/>
          </p:nvSpPr>
          <p:spPr>
            <a:xfrm>
              <a:off x="-2" y="-1"/>
              <a:ext cx="9024141" cy="134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804" y="0"/>
                  </a:lnTo>
                  <a:lnTo>
                    <a:pt x="21600" y="0"/>
                  </a:lnTo>
                  <a:lnTo>
                    <a:pt x="20796" y="21600"/>
                  </a:lnTo>
                  <a:close/>
                </a:path>
              </a:pathLst>
            </a:custGeom>
            <a:solidFill>
              <a:srgbClr val="CF2031"/>
            </a:solidFill>
            <a:ln w="19050" cap="flat">
              <a:solidFill>
                <a:srgbClr val="CF2031"/>
              </a:solidFill>
              <a:prstDash val="solid"/>
              <a:miter lim="800000"/>
            </a:ln>
            <a:effectLst>
              <a:outerShdw blurRad="76200" dist="37674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19318">
                <a:defRPr sz="24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pPr>
              <a:endParaRPr/>
            </a:p>
          </p:txBody>
        </p:sp>
        <p:sp>
          <p:nvSpPr>
            <p:cNvPr id="54" name="矩形 29">
              <a:extLst>
                <a:ext uri="{FF2B5EF4-FFF2-40B4-BE49-F238E27FC236}">
                  <a16:creationId xmlns:a16="http://schemas.microsoft.com/office/drawing/2014/main" xmlns="" id="{F39CA52A-F7DB-1697-D678-D81663012D45}"/>
                </a:ext>
              </a:extLst>
            </p:cNvPr>
            <p:cNvSpPr txBox="1"/>
            <p:nvPr/>
          </p:nvSpPr>
          <p:spPr>
            <a:xfrm>
              <a:off x="1119243" y="864008"/>
              <a:ext cx="6725891" cy="3312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>
              <a:lvl1pPr defTabSz="1219318">
                <a:defRPr sz="16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r>
                <a:t>WELCOME VISITORS</a:t>
              </a:r>
            </a:p>
          </p:txBody>
        </p:sp>
        <p:grpSp>
          <p:nvGrpSpPr>
            <p:cNvPr id="55" name="橢圓 30">
              <a:extLst>
                <a:ext uri="{FF2B5EF4-FFF2-40B4-BE49-F238E27FC236}">
                  <a16:creationId xmlns:a16="http://schemas.microsoft.com/office/drawing/2014/main" xmlns="" id="{6EB71EE6-6735-14B0-DA9A-EC355F55C01C}"/>
                </a:ext>
              </a:extLst>
            </p:cNvPr>
            <p:cNvGrpSpPr/>
            <p:nvPr/>
          </p:nvGrpSpPr>
          <p:grpSpPr>
            <a:xfrm>
              <a:off x="9169203" y="54000"/>
              <a:ext cx="1235182" cy="1235186"/>
              <a:chOff x="-2" y="-2"/>
              <a:chExt cx="1235181" cy="1235185"/>
            </a:xfrm>
          </p:grpSpPr>
          <p:sp>
            <p:nvSpPr>
              <p:cNvPr id="57" name="圓形">
                <a:extLst>
                  <a:ext uri="{FF2B5EF4-FFF2-40B4-BE49-F238E27FC236}">
                    <a16:creationId xmlns:a16="http://schemas.microsoft.com/office/drawing/2014/main" xmlns="" id="{DC44ACC2-811F-68B6-63B7-C25695ABCC2D}"/>
                  </a:ext>
                </a:extLst>
              </p:cNvPr>
              <p:cNvSpPr/>
              <p:nvPr/>
            </p:nvSpPr>
            <p:spPr>
              <a:xfrm>
                <a:off x="-2" y="-2"/>
                <a:ext cx="1235181" cy="1235185"/>
              </a:xfrm>
              <a:prstGeom prst="ellipse">
                <a:avLst/>
              </a:prstGeom>
              <a:solidFill>
                <a:srgbClr val="CF2031"/>
              </a:solidFill>
              <a:ln w="19050" cap="flat">
                <a:solidFill>
                  <a:srgbClr val="CF2031"/>
                </a:solidFill>
                <a:prstDash val="solid"/>
                <a:miter lim="800000"/>
              </a:ln>
              <a:effectLst>
                <a:outerShdw blurRad="76200" dist="37674" dir="2700000" rotWithShape="0">
                  <a:srgbClr val="000000">
                    <a:alpha val="40000"/>
                  </a:srgbClr>
                </a:outerShdw>
              </a:effectLst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1219318">
                  <a:defRPr sz="3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58" name="02">
                <a:extLst>
                  <a:ext uri="{FF2B5EF4-FFF2-40B4-BE49-F238E27FC236}">
                    <a16:creationId xmlns:a16="http://schemas.microsoft.com/office/drawing/2014/main" xmlns="" id="{BFB696E0-8564-5B33-0B38-FC844FD37BCA}"/>
                  </a:ext>
                </a:extLst>
              </p:cNvPr>
              <p:cNvSpPr txBox="1"/>
              <p:nvPr/>
            </p:nvSpPr>
            <p:spPr>
              <a:xfrm>
                <a:off x="235412" y="325921"/>
                <a:ext cx="764352" cy="58331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4999" tIns="44999" rIns="44999" bIns="44999" numCol="1" anchor="ctr">
                <a:spAutoFit/>
              </a:bodyPr>
              <a:lstStyle>
                <a:lvl1pPr algn="ctr" defTabSz="1219318">
                  <a:defRPr sz="3200" b="1">
                    <a:solidFill>
                      <a:srgbClr val="FFFFFF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defRPr>
                </a:lvl1pPr>
              </a:lstStyle>
              <a:p>
                <a:r>
                  <a:rPr smtClean="0"/>
                  <a:t>0</a:t>
                </a:r>
                <a:r>
                  <a:rPr lang="en-US" smtClean="0"/>
                  <a:t>5</a:t>
                </a:r>
              </a:p>
            </p:txBody>
          </p:sp>
        </p:grpSp>
        <p:sp>
          <p:nvSpPr>
            <p:cNvPr id="56" name="文字方塊 28">
              <a:extLst>
                <a:ext uri="{FF2B5EF4-FFF2-40B4-BE49-F238E27FC236}">
                  <a16:creationId xmlns:a16="http://schemas.microsoft.com/office/drawing/2014/main" xmlns="" id="{FDEB0F6B-5468-4333-0783-0B70F0A918F9}"/>
                </a:ext>
              </a:extLst>
            </p:cNvPr>
            <p:cNvSpPr txBox="1"/>
            <p:nvPr/>
          </p:nvSpPr>
          <p:spPr>
            <a:xfrm>
              <a:off x="1002962" y="96123"/>
              <a:ext cx="7034052" cy="940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>
              <a:lvl1pPr algn="just" defTabSz="1219318">
                <a:defRPr sz="48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r>
                <a:rPr dirty="0"/>
                <a:t>來賓15秒自我介紹</a:t>
              </a:r>
            </a:p>
          </p:txBody>
        </p:sp>
      </p:grpSp>
      <p:sp>
        <p:nvSpPr>
          <p:cNvPr id="50" name="文字方塊 1">
            <a:extLst>
              <a:ext uri="{FF2B5EF4-FFF2-40B4-BE49-F238E27FC236}">
                <a16:creationId xmlns:a16="http://schemas.microsoft.com/office/drawing/2014/main" xmlns="" id="{AEEAD3CC-BFC0-0C12-9D33-83DA249EE6D9}"/>
              </a:ext>
            </a:extLst>
          </p:cNvPr>
          <p:cNvSpPr txBox="1"/>
          <p:nvPr/>
        </p:nvSpPr>
        <p:spPr>
          <a:xfrm>
            <a:off x="6457086" y="4006870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endParaRPr lang="zh-TW" altLang="en-US" sz="2800" dirty="0"/>
          </a:p>
        </p:txBody>
      </p:sp>
      <p:sp>
        <p:nvSpPr>
          <p:cNvPr id="61" name="文字方塊 1">
            <a:extLst>
              <a:ext uri="{FF2B5EF4-FFF2-40B4-BE49-F238E27FC236}">
                <a16:creationId xmlns:a16="http://schemas.microsoft.com/office/drawing/2014/main" xmlns="" id="{1080D13B-346E-6AA5-BA21-6F5E163775B0}"/>
              </a:ext>
            </a:extLst>
          </p:cNvPr>
          <p:cNvSpPr txBox="1"/>
          <p:nvPr/>
        </p:nvSpPr>
        <p:spPr>
          <a:xfrm>
            <a:off x="6338379" y="2953784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r>
              <a:rPr lang="zh-TW" altLang="en-US" sz="2800" dirty="0"/>
              <a:t>{{SERVICE5}}</a:t>
            </a:r>
            <a:endParaRPr lang="zh-TW" altLang="en-US" sz="2800" dirty="0"/>
          </a:p>
        </p:txBody>
      </p:sp>
      <p:sp>
        <p:nvSpPr>
          <p:cNvPr id="3" name="文字方塊 1">
            <a:extLst>
              <a:ext uri="{FF2B5EF4-FFF2-40B4-BE49-F238E27FC236}">
                <a16:creationId xmlns:a16="http://schemas.microsoft.com/office/drawing/2014/main" xmlns="" id="{879A7CB1-DF92-1475-A893-865DBE704EAE}"/>
              </a:ext>
            </a:extLst>
          </p:cNvPr>
          <p:cNvSpPr txBox="1"/>
          <p:nvPr/>
        </p:nvSpPr>
        <p:spPr>
          <a:xfrm>
            <a:off x="6400319" y="3747445"/>
            <a:ext cx="5467425" cy="829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r>
              <a:rPr lang="zh-TW" altLang="en-US" sz="2400" dirty="0"/>
              <a:t>{{SEEKING5}}</a:t>
            </a:r>
            <a:endParaRPr lang="zh-TW" altLang="en-US" sz="2400" dirty="0"/>
          </a:p>
        </p:txBody>
      </p:sp>
      <p:sp>
        <p:nvSpPr>
          <p:cNvPr id="905" name="PhotoBox"/>
          <p:cNvSpPr/>
          <p:nvPr/>
        </p:nvSpPr>
        <p:spPr>
          <a:xfrm>
            <a:off x="936972" y="1585307"/>
            <a:ext cx="2101540" cy="3312245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A6221A"/>
            </a:solidFill>
            <a:prstDash val="dash"/>
          </a:ln>
        </p:spPr>
        <p:txBody>
          <a:bodyPr anchor="ctr"/>
          <a:lstStyle/>
          <a:p>
            <a:pPr algn="ctr"/>
            <a:r>
              <a:rPr lang="zh-TW" sz="1500">
                <a:solidFill>
                  <a:srgbClr val="7A6E5A"/>
                </a:solidFill>
              </a:rPr>
              <a:t>請貼上來賓照片</a:t>
            </a:r>
          </a:p>
          <a:p>
            <a:pPr algn="ctr"/>
            <a:r>
              <a:rPr lang="zh-TW" sz="1100">
                <a:solidFill>
                  <a:srgbClr val="7A6E5A"/>
                </a:solidFill>
              </a:rPr>
              <a:t>(下載後自行貼上)</a:t>
            </a:r>
          </a:p>
        </p:txBody>
      </p:sp>
    </p:spTree>
    <p:extLst>
      <p:ext uri="{BB962C8B-B14F-4D97-AF65-F5344CB8AC3E}">
        <p14:creationId xmlns:p14="http://schemas.microsoft.com/office/powerpoint/2010/main" val="3676949798"/>
      </p:ext>
    </p:extLst>
  </p:cSld>
  <p:clrMapOvr>
    <a:masterClrMapping/>
  </p:clrMapOvr>
</p:sld>
</file>

<file path=ppt/slides/slideG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4C9FC0D-04C7-9CDD-F82E-B9BCA948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矩形 2">
            <a:extLst>
              <a:ext uri="{FF2B5EF4-FFF2-40B4-BE49-F238E27FC236}">
                <a16:creationId xmlns:a16="http://schemas.microsoft.com/office/drawing/2014/main" xmlns="" id="{5D6DAABF-D057-E96D-98C3-C235BE9EAD8D}"/>
              </a:ext>
            </a:extLst>
          </p:cNvPr>
          <p:cNvGrpSpPr/>
          <p:nvPr/>
        </p:nvGrpSpPr>
        <p:grpSpPr>
          <a:xfrm>
            <a:off x="1771191" y="5831987"/>
            <a:ext cx="1178659" cy="383780"/>
            <a:chOff x="-1" y="0"/>
            <a:chExt cx="1178657" cy="383778"/>
          </a:xfrm>
        </p:grpSpPr>
        <p:sp>
          <p:nvSpPr>
            <p:cNvPr id="5" name="矩形">
              <a:extLst>
                <a:ext uri="{FF2B5EF4-FFF2-40B4-BE49-F238E27FC236}">
                  <a16:creationId xmlns:a16="http://schemas.microsoft.com/office/drawing/2014/main" xmlns="" id="{CBC5F700-2CB3-4CA1-6EE6-8B65700EF1F7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" name="金融投資">
              <a:extLst>
                <a:ext uri="{FF2B5EF4-FFF2-40B4-BE49-F238E27FC236}">
                  <a16:creationId xmlns:a16="http://schemas.microsoft.com/office/drawing/2014/main" xmlns="" id="{72175538-B2BE-E4E4-EFD1-C073FD90CEA9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金融投資</a:t>
              </a:r>
            </a:p>
          </p:txBody>
        </p:sp>
      </p:grpSp>
      <p:grpSp>
        <p:nvGrpSpPr>
          <p:cNvPr id="7" name="矩形 2">
            <a:extLst>
              <a:ext uri="{FF2B5EF4-FFF2-40B4-BE49-F238E27FC236}">
                <a16:creationId xmlns:a16="http://schemas.microsoft.com/office/drawing/2014/main" xmlns="" id="{783FA7C6-08B2-D9FF-2FCE-D5F94D8A267E}"/>
              </a:ext>
            </a:extLst>
          </p:cNvPr>
          <p:cNvGrpSpPr/>
          <p:nvPr/>
        </p:nvGrpSpPr>
        <p:grpSpPr>
          <a:xfrm>
            <a:off x="3017511" y="5831987"/>
            <a:ext cx="1178659" cy="383780"/>
            <a:chOff x="-1" y="0"/>
            <a:chExt cx="1178657" cy="383778"/>
          </a:xfrm>
        </p:grpSpPr>
        <p:sp>
          <p:nvSpPr>
            <p:cNvPr id="8" name="矩形">
              <a:extLst>
                <a:ext uri="{FF2B5EF4-FFF2-40B4-BE49-F238E27FC236}">
                  <a16:creationId xmlns:a16="http://schemas.microsoft.com/office/drawing/2014/main" xmlns="" id="{737BE9B1-C068-8950-4AAE-8AB5380957B8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" name="品牌推廣">
              <a:extLst>
                <a:ext uri="{FF2B5EF4-FFF2-40B4-BE49-F238E27FC236}">
                  <a16:creationId xmlns:a16="http://schemas.microsoft.com/office/drawing/2014/main" xmlns="" id="{4F1669A1-5291-9DEC-1BE9-D1BB03174833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品牌推廣</a:t>
              </a:r>
            </a:p>
          </p:txBody>
        </p:sp>
      </p:grpSp>
      <p:grpSp>
        <p:nvGrpSpPr>
          <p:cNvPr id="10" name="矩形 2">
            <a:extLst>
              <a:ext uri="{FF2B5EF4-FFF2-40B4-BE49-F238E27FC236}">
                <a16:creationId xmlns:a16="http://schemas.microsoft.com/office/drawing/2014/main" xmlns="" id="{7FAF0CBB-E577-255F-C8AA-C2D59E1813CD}"/>
              </a:ext>
            </a:extLst>
          </p:cNvPr>
          <p:cNvGrpSpPr/>
          <p:nvPr/>
        </p:nvGrpSpPr>
        <p:grpSpPr>
          <a:xfrm>
            <a:off x="4254469" y="5831987"/>
            <a:ext cx="1178659" cy="383780"/>
            <a:chOff x="-1" y="0"/>
            <a:chExt cx="1178657" cy="383778"/>
          </a:xfrm>
        </p:grpSpPr>
        <p:sp>
          <p:nvSpPr>
            <p:cNvPr id="11" name="矩形">
              <a:extLst>
                <a:ext uri="{FF2B5EF4-FFF2-40B4-BE49-F238E27FC236}">
                  <a16:creationId xmlns:a16="http://schemas.microsoft.com/office/drawing/2014/main" xmlns="" id="{2C0E2AA6-3245-4DB6-A9E9-C968D2A7D580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2" name="商業服務">
              <a:extLst>
                <a:ext uri="{FF2B5EF4-FFF2-40B4-BE49-F238E27FC236}">
                  <a16:creationId xmlns:a16="http://schemas.microsoft.com/office/drawing/2014/main" xmlns="" id="{A10E25BF-C5DF-E231-42AC-12B9467FB38D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商業服務</a:t>
              </a:r>
            </a:p>
          </p:txBody>
        </p:sp>
      </p:grpSp>
      <p:grpSp>
        <p:nvGrpSpPr>
          <p:cNvPr id="13" name="矩形 2">
            <a:extLst>
              <a:ext uri="{FF2B5EF4-FFF2-40B4-BE49-F238E27FC236}">
                <a16:creationId xmlns:a16="http://schemas.microsoft.com/office/drawing/2014/main" xmlns="" id="{642D1255-5A24-91AA-33D6-7DCA2C8AA973}"/>
              </a:ext>
            </a:extLst>
          </p:cNvPr>
          <p:cNvGrpSpPr/>
          <p:nvPr/>
        </p:nvGrpSpPr>
        <p:grpSpPr>
          <a:xfrm>
            <a:off x="5491428" y="5831987"/>
            <a:ext cx="1178656" cy="383780"/>
            <a:chOff x="-1" y="0"/>
            <a:chExt cx="1178654" cy="383778"/>
          </a:xfrm>
        </p:grpSpPr>
        <p:sp>
          <p:nvSpPr>
            <p:cNvPr id="14" name="矩形">
              <a:extLst>
                <a:ext uri="{FF2B5EF4-FFF2-40B4-BE49-F238E27FC236}">
                  <a16:creationId xmlns:a16="http://schemas.microsoft.com/office/drawing/2014/main" xmlns="" id="{9D12C0D3-B366-1864-B7C7-05C6882668F5}"/>
                </a:ext>
              </a:extLst>
            </p:cNvPr>
            <p:cNvSpPr/>
            <p:nvPr/>
          </p:nvSpPr>
          <p:spPr>
            <a:xfrm>
              <a:off x="-2" y="-1"/>
              <a:ext cx="1178656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" name="醫療健康">
              <a:extLst>
                <a:ext uri="{FF2B5EF4-FFF2-40B4-BE49-F238E27FC236}">
                  <a16:creationId xmlns:a16="http://schemas.microsoft.com/office/drawing/2014/main" xmlns="" id="{F5CF93FC-3C84-1AA2-C15D-7A10D1878C5B}"/>
                </a:ext>
              </a:extLst>
            </p:cNvPr>
            <p:cNvSpPr txBox="1"/>
            <p:nvPr/>
          </p:nvSpPr>
          <p:spPr>
            <a:xfrm>
              <a:off x="54526" y="7185"/>
              <a:ext cx="1069601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醫療健康</a:t>
              </a:r>
            </a:p>
          </p:txBody>
        </p:sp>
      </p:grpSp>
      <p:grpSp>
        <p:nvGrpSpPr>
          <p:cNvPr id="16" name="矩形 2">
            <a:extLst>
              <a:ext uri="{FF2B5EF4-FFF2-40B4-BE49-F238E27FC236}">
                <a16:creationId xmlns:a16="http://schemas.microsoft.com/office/drawing/2014/main" xmlns="" id="{E36532E3-06CB-6256-CEAE-03233547F4FB}"/>
              </a:ext>
            </a:extLst>
          </p:cNvPr>
          <p:cNvGrpSpPr/>
          <p:nvPr/>
        </p:nvGrpSpPr>
        <p:grpSpPr>
          <a:xfrm>
            <a:off x="6728750" y="5831987"/>
            <a:ext cx="1178659" cy="383780"/>
            <a:chOff x="-1" y="0"/>
            <a:chExt cx="1178657" cy="383778"/>
          </a:xfrm>
        </p:grpSpPr>
        <p:sp>
          <p:nvSpPr>
            <p:cNvPr id="17" name="矩形">
              <a:extLst>
                <a:ext uri="{FF2B5EF4-FFF2-40B4-BE49-F238E27FC236}">
                  <a16:creationId xmlns:a16="http://schemas.microsoft.com/office/drawing/2014/main" xmlns="" id="{2AC36A8F-B16F-8E8C-0EDC-1AFEA896E0D9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8" name="食品餐飲">
              <a:extLst>
                <a:ext uri="{FF2B5EF4-FFF2-40B4-BE49-F238E27FC236}">
                  <a16:creationId xmlns:a16="http://schemas.microsoft.com/office/drawing/2014/main" xmlns="" id="{DF4543CD-11F2-22CE-1A53-24DBE70CDE10}"/>
                </a:ext>
              </a:extLst>
            </p:cNvPr>
            <p:cNvSpPr txBox="1"/>
            <p:nvPr/>
          </p:nvSpPr>
          <p:spPr>
            <a:xfrm>
              <a:off x="54528" y="7185"/>
              <a:ext cx="1069603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食品餐飲</a:t>
              </a:r>
            </a:p>
          </p:txBody>
        </p:sp>
      </p:grpSp>
      <p:grpSp>
        <p:nvGrpSpPr>
          <p:cNvPr id="19" name="矩形 2">
            <a:extLst>
              <a:ext uri="{FF2B5EF4-FFF2-40B4-BE49-F238E27FC236}">
                <a16:creationId xmlns:a16="http://schemas.microsoft.com/office/drawing/2014/main" xmlns="" id="{D1AC1ED6-DA3D-795A-B487-485A1CFCE0F1}"/>
              </a:ext>
            </a:extLst>
          </p:cNvPr>
          <p:cNvGrpSpPr/>
          <p:nvPr/>
        </p:nvGrpSpPr>
        <p:grpSpPr>
          <a:xfrm>
            <a:off x="7965711" y="5831987"/>
            <a:ext cx="1178659" cy="383780"/>
            <a:chOff x="-1" y="0"/>
            <a:chExt cx="1178657" cy="383778"/>
          </a:xfrm>
        </p:grpSpPr>
        <p:sp>
          <p:nvSpPr>
            <p:cNvPr id="20" name="矩形">
              <a:extLst>
                <a:ext uri="{FF2B5EF4-FFF2-40B4-BE49-F238E27FC236}">
                  <a16:creationId xmlns:a16="http://schemas.microsoft.com/office/drawing/2014/main" xmlns="" id="{374F9E01-9666-70B5-1726-22E3F7A3F79D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1" name="時尚生活">
              <a:extLst>
                <a:ext uri="{FF2B5EF4-FFF2-40B4-BE49-F238E27FC236}">
                  <a16:creationId xmlns:a16="http://schemas.microsoft.com/office/drawing/2014/main" xmlns="" id="{14475685-DEB0-11B7-4666-781CD69C5AAA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時尚生活</a:t>
              </a:r>
            </a:p>
          </p:txBody>
        </p:sp>
      </p:grpSp>
      <p:grpSp>
        <p:nvGrpSpPr>
          <p:cNvPr id="22" name="矩形 2">
            <a:extLst>
              <a:ext uri="{FF2B5EF4-FFF2-40B4-BE49-F238E27FC236}">
                <a16:creationId xmlns:a16="http://schemas.microsoft.com/office/drawing/2014/main" xmlns="" id="{D57A40FB-9FD5-AF5C-B247-9D45094F0ACC}"/>
              </a:ext>
            </a:extLst>
          </p:cNvPr>
          <p:cNvGrpSpPr/>
          <p:nvPr/>
        </p:nvGrpSpPr>
        <p:grpSpPr>
          <a:xfrm>
            <a:off x="9203030" y="5831987"/>
            <a:ext cx="1456576" cy="383780"/>
            <a:chOff x="0" y="0"/>
            <a:chExt cx="1456574" cy="383778"/>
          </a:xfrm>
        </p:grpSpPr>
        <p:sp>
          <p:nvSpPr>
            <p:cNvPr id="23" name="矩形">
              <a:extLst>
                <a:ext uri="{FF2B5EF4-FFF2-40B4-BE49-F238E27FC236}">
                  <a16:creationId xmlns:a16="http://schemas.microsoft.com/office/drawing/2014/main" xmlns="" id="{D5FDBC8C-7C5A-7DCD-F277-4A74DC67413C}"/>
                </a:ext>
              </a:extLst>
            </p:cNvPr>
            <p:cNvSpPr/>
            <p:nvPr/>
          </p:nvSpPr>
          <p:spPr>
            <a:xfrm>
              <a:off x="-1" y="-1"/>
              <a:ext cx="1456575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4" name="商品規劃包裝">
              <a:extLst>
                <a:ext uri="{FF2B5EF4-FFF2-40B4-BE49-F238E27FC236}">
                  <a16:creationId xmlns:a16="http://schemas.microsoft.com/office/drawing/2014/main" xmlns="" id="{69932356-4EBD-8211-99F8-1862A49945BF}"/>
                </a:ext>
              </a:extLst>
            </p:cNvPr>
            <p:cNvSpPr txBox="1"/>
            <p:nvPr/>
          </p:nvSpPr>
          <p:spPr>
            <a:xfrm>
              <a:off x="54525" y="7185"/>
              <a:ext cx="1347524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商品規劃包裝</a:t>
              </a:r>
            </a:p>
          </p:txBody>
        </p:sp>
      </p:grpSp>
      <p:grpSp>
        <p:nvGrpSpPr>
          <p:cNvPr id="25" name="矩形 2">
            <a:extLst>
              <a:ext uri="{FF2B5EF4-FFF2-40B4-BE49-F238E27FC236}">
                <a16:creationId xmlns:a16="http://schemas.microsoft.com/office/drawing/2014/main" xmlns="" id="{86D65167-FCDD-6DA3-150E-9B2E76978415}"/>
              </a:ext>
            </a:extLst>
          </p:cNvPr>
          <p:cNvGrpSpPr/>
          <p:nvPr/>
        </p:nvGrpSpPr>
        <p:grpSpPr>
          <a:xfrm>
            <a:off x="10708909" y="5831987"/>
            <a:ext cx="1384577" cy="383780"/>
            <a:chOff x="-1" y="0"/>
            <a:chExt cx="1384576" cy="383778"/>
          </a:xfrm>
        </p:grpSpPr>
        <p:sp>
          <p:nvSpPr>
            <p:cNvPr id="26" name="矩形">
              <a:extLst>
                <a:ext uri="{FF2B5EF4-FFF2-40B4-BE49-F238E27FC236}">
                  <a16:creationId xmlns:a16="http://schemas.microsoft.com/office/drawing/2014/main" xmlns="" id="{17F8C02D-C443-33B9-8F9D-9CBE3C9CFCA0}"/>
                </a:ext>
              </a:extLst>
            </p:cNvPr>
            <p:cNvSpPr/>
            <p:nvPr/>
          </p:nvSpPr>
          <p:spPr>
            <a:xfrm>
              <a:off x="-2" y="-1"/>
              <a:ext cx="1384577" cy="383780"/>
            </a:xfrm>
            <a:prstGeom prst="rect">
              <a:avLst/>
            </a:prstGeom>
            <a:solidFill>
              <a:srgbClr val="00B05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7" name="參訪來賓">
              <a:extLst>
                <a:ext uri="{FF2B5EF4-FFF2-40B4-BE49-F238E27FC236}">
                  <a16:creationId xmlns:a16="http://schemas.microsoft.com/office/drawing/2014/main" xmlns="" id="{AE141260-B956-1BD4-55F8-93AE6D1B1222}"/>
                </a:ext>
              </a:extLst>
            </p:cNvPr>
            <p:cNvSpPr txBox="1"/>
            <p:nvPr/>
          </p:nvSpPr>
          <p:spPr>
            <a:xfrm>
              <a:off x="45002" y="7185"/>
              <a:ext cx="1294575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參訪來賓</a:t>
              </a:r>
            </a:p>
          </p:txBody>
        </p:sp>
      </p:grpSp>
      <p:grpSp>
        <p:nvGrpSpPr>
          <p:cNvPr id="28" name="矩形: 圓角 19">
            <a:extLst>
              <a:ext uri="{FF2B5EF4-FFF2-40B4-BE49-F238E27FC236}">
                <a16:creationId xmlns:a16="http://schemas.microsoft.com/office/drawing/2014/main" xmlns="" id="{80EC3EEC-320C-48F5-19EA-EDFBFD775664}"/>
              </a:ext>
            </a:extLst>
          </p:cNvPr>
          <p:cNvGrpSpPr/>
          <p:nvPr/>
        </p:nvGrpSpPr>
        <p:grpSpPr>
          <a:xfrm>
            <a:off x="3773055" y="1822260"/>
            <a:ext cx="2431568" cy="970750"/>
            <a:chOff x="0" y="0"/>
            <a:chExt cx="2431566" cy="970748"/>
          </a:xfrm>
        </p:grpSpPr>
        <p:sp>
          <p:nvSpPr>
            <p:cNvPr id="29" name="圓角矩形">
              <a:extLst>
                <a:ext uri="{FF2B5EF4-FFF2-40B4-BE49-F238E27FC236}">
                  <a16:creationId xmlns:a16="http://schemas.microsoft.com/office/drawing/2014/main" xmlns="" id="{3A345DC8-D17A-6BB1-00B0-5F7F5785ABFD}"/>
                </a:ext>
              </a:extLst>
            </p:cNvPr>
            <p:cNvSpPr/>
            <p:nvPr/>
          </p:nvSpPr>
          <p:spPr>
            <a:xfrm>
              <a:off x="-1" y="-1"/>
              <a:ext cx="2431567" cy="970749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0" name="公司名稱…">
              <a:extLst>
                <a:ext uri="{FF2B5EF4-FFF2-40B4-BE49-F238E27FC236}">
                  <a16:creationId xmlns:a16="http://schemas.microsoft.com/office/drawing/2014/main" xmlns="" id="{640E4531-6A68-617A-5143-02C5B623F5CF}"/>
                </a:ext>
              </a:extLst>
            </p:cNvPr>
            <p:cNvSpPr txBox="1"/>
            <p:nvPr/>
          </p:nvSpPr>
          <p:spPr>
            <a:xfrm>
              <a:off x="88351" y="59369"/>
              <a:ext cx="2254860" cy="8519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r>
                <a:rPr dirty="0" err="1"/>
                <a:t>公司名稱</a:t>
              </a:r>
              <a:endParaRPr dirty="0"/>
            </a:p>
            <a:p>
              <a: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r>
                <a:rPr dirty="0" err="1"/>
                <a:t>職務名稱</a:t>
              </a:r>
              <a:endParaRPr dirty="0"/>
            </a:p>
          </p:txBody>
        </p:sp>
      </p:grpSp>
      <p:grpSp>
        <p:nvGrpSpPr>
          <p:cNvPr id="31" name="矩形: 圓角 25">
            <a:extLst>
              <a:ext uri="{FF2B5EF4-FFF2-40B4-BE49-F238E27FC236}">
                <a16:creationId xmlns:a16="http://schemas.microsoft.com/office/drawing/2014/main" xmlns="" id="{DE62D0C2-76AA-F83C-C1F7-A1497EF6171F}"/>
              </a:ext>
            </a:extLst>
          </p:cNvPr>
          <p:cNvGrpSpPr/>
          <p:nvPr/>
        </p:nvGrpSpPr>
        <p:grpSpPr>
          <a:xfrm>
            <a:off x="3782098" y="2818471"/>
            <a:ext cx="2413481" cy="963529"/>
            <a:chOff x="0" y="-1"/>
            <a:chExt cx="2413480" cy="963528"/>
          </a:xfrm>
        </p:grpSpPr>
        <p:sp>
          <p:nvSpPr>
            <p:cNvPr id="32" name="圓角矩形">
              <a:extLst>
                <a:ext uri="{FF2B5EF4-FFF2-40B4-BE49-F238E27FC236}">
                  <a16:creationId xmlns:a16="http://schemas.microsoft.com/office/drawing/2014/main" xmlns="" id="{33F9D984-0491-C7AE-94B6-008944DB26A6}"/>
                </a:ext>
              </a:extLst>
            </p:cNvPr>
            <p:cNvSpPr/>
            <p:nvPr/>
          </p:nvSpPr>
          <p:spPr>
            <a:xfrm>
              <a:off x="-1" y="-2"/>
              <a:ext cx="2413481" cy="963530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3" name="服務項目">
              <a:extLst>
                <a:ext uri="{FF2B5EF4-FFF2-40B4-BE49-F238E27FC236}">
                  <a16:creationId xmlns:a16="http://schemas.microsoft.com/office/drawing/2014/main" xmlns="" id="{51876C5B-1C19-2987-7D9A-D2B2E9C25AED}"/>
                </a:ext>
              </a:extLst>
            </p:cNvPr>
            <p:cNvSpPr txBox="1"/>
            <p:nvPr/>
          </p:nvSpPr>
          <p:spPr>
            <a:xfrm>
              <a:off x="88345" y="245538"/>
              <a:ext cx="2236788" cy="472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服務項目</a:t>
              </a:r>
            </a:p>
          </p:txBody>
        </p:sp>
      </p:grpSp>
      <p:grpSp>
        <p:nvGrpSpPr>
          <p:cNvPr id="34" name="矩形: 圓角 26">
            <a:extLst>
              <a:ext uri="{FF2B5EF4-FFF2-40B4-BE49-F238E27FC236}">
                <a16:creationId xmlns:a16="http://schemas.microsoft.com/office/drawing/2014/main" xmlns="" id="{D73FE79E-F307-118F-A738-2A317BB9BD45}"/>
              </a:ext>
            </a:extLst>
          </p:cNvPr>
          <p:cNvGrpSpPr/>
          <p:nvPr/>
        </p:nvGrpSpPr>
        <p:grpSpPr>
          <a:xfrm>
            <a:off x="3812665" y="3815705"/>
            <a:ext cx="2413481" cy="963530"/>
            <a:chOff x="-1" y="-1"/>
            <a:chExt cx="2413480" cy="963528"/>
          </a:xfrm>
        </p:grpSpPr>
        <p:sp>
          <p:nvSpPr>
            <p:cNvPr id="35" name="圓角矩形">
              <a:extLst>
                <a:ext uri="{FF2B5EF4-FFF2-40B4-BE49-F238E27FC236}">
                  <a16:creationId xmlns:a16="http://schemas.microsoft.com/office/drawing/2014/main" xmlns="" id="{89803A57-7F08-979B-D3F4-4D030A083EBE}"/>
                </a:ext>
              </a:extLst>
            </p:cNvPr>
            <p:cNvSpPr/>
            <p:nvPr/>
          </p:nvSpPr>
          <p:spPr>
            <a:xfrm>
              <a:off x="-2" y="-2"/>
              <a:ext cx="2413482" cy="963530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6" name="需要引薦">
              <a:extLst>
                <a:ext uri="{FF2B5EF4-FFF2-40B4-BE49-F238E27FC236}">
                  <a16:creationId xmlns:a16="http://schemas.microsoft.com/office/drawing/2014/main" xmlns="" id="{3541D158-AB5C-C676-2D18-E5CA5F36210E}"/>
                </a:ext>
              </a:extLst>
            </p:cNvPr>
            <p:cNvSpPr txBox="1"/>
            <p:nvPr/>
          </p:nvSpPr>
          <p:spPr>
            <a:xfrm>
              <a:off x="88345" y="226489"/>
              <a:ext cx="2236786" cy="510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需要引薦</a:t>
              </a:r>
            </a:p>
          </p:txBody>
        </p:sp>
      </p:grpSp>
      <p:sp>
        <p:nvSpPr>
          <p:cNvPr id="37" name="直線單箭頭接點 29">
            <a:extLst>
              <a:ext uri="{FF2B5EF4-FFF2-40B4-BE49-F238E27FC236}">
                <a16:creationId xmlns:a16="http://schemas.microsoft.com/office/drawing/2014/main" xmlns="" id="{07C57310-FFF6-C651-5D94-70282D6C3896}"/>
              </a:ext>
            </a:extLst>
          </p:cNvPr>
          <p:cNvSpPr/>
          <p:nvPr/>
        </p:nvSpPr>
        <p:spPr>
          <a:xfrm>
            <a:off x="5976798" y="4770054"/>
            <a:ext cx="5486911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8" name="文字方塊 1">
            <a:extLst>
              <a:ext uri="{FF2B5EF4-FFF2-40B4-BE49-F238E27FC236}">
                <a16:creationId xmlns:a16="http://schemas.microsoft.com/office/drawing/2014/main" xmlns="" id="{887A8847-F8A4-EF01-BF17-C95818EA43C6}"/>
              </a:ext>
            </a:extLst>
          </p:cNvPr>
          <p:cNvSpPr txBox="1"/>
          <p:nvPr/>
        </p:nvSpPr>
        <p:spPr>
          <a:xfrm>
            <a:off x="6281783" y="1993953"/>
            <a:ext cx="5658163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28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rPr lang="zh-TW" altLang="en-US" dirty="0"/>
              <a:t>{{CT6}}</a:t>
            </a:r>
            <a:endParaRPr dirty="0"/>
          </a:p>
        </p:txBody>
      </p:sp>
      <p:sp>
        <p:nvSpPr>
          <p:cNvPr id="39" name="文字方塊 1">
            <a:extLst>
              <a:ext uri="{FF2B5EF4-FFF2-40B4-BE49-F238E27FC236}">
                <a16:creationId xmlns:a16="http://schemas.microsoft.com/office/drawing/2014/main" xmlns="" id="{C159DF6A-F09F-E92B-F80F-BD57032004B2}"/>
              </a:ext>
            </a:extLst>
          </p:cNvPr>
          <p:cNvSpPr txBox="1"/>
          <p:nvPr/>
        </p:nvSpPr>
        <p:spPr>
          <a:xfrm>
            <a:off x="6123439" y="3754389"/>
            <a:ext cx="6137395" cy="460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>
            <a:lvl1pPr defTabSz="1219318">
              <a:defRPr sz="24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endParaRPr lang="zh-TW" altLang="en-US" dirty="0"/>
          </a:p>
        </p:txBody>
      </p:sp>
      <p:sp>
        <p:nvSpPr>
          <p:cNvPr id="40" name="直線單箭頭接點 29">
            <a:extLst>
              <a:ext uri="{FF2B5EF4-FFF2-40B4-BE49-F238E27FC236}">
                <a16:creationId xmlns:a16="http://schemas.microsoft.com/office/drawing/2014/main" xmlns="" id="{FD581968-7466-9E82-1A34-FB54CA1DE996}"/>
              </a:ext>
            </a:extLst>
          </p:cNvPr>
          <p:cNvSpPr/>
          <p:nvPr/>
        </p:nvSpPr>
        <p:spPr>
          <a:xfrm>
            <a:off x="5811585" y="3739640"/>
            <a:ext cx="5486910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1" name="直線單箭頭接點 29">
            <a:extLst>
              <a:ext uri="{FF2B5EF4-FFF2-40B4-BE49-F238E27FC236}">
                <a16:creationId xmlns:a16="http://schemas.microsoft.com/office/drawing/2014/main" xmlns="" id="{3215EE6C-AB6B-F464-7BB7-3378156EE67E}"/>
              </a:ext>
            </a:extLst>
          </p:cNvPr>
          <p:cNvSpPr/>
          <p:nvPr/>
        </p:nvSpPr>
        <p:spPr>
          <a:xfrm>
            <a:off x="5701296" y="2715420"/>
            <a:ext cx="5486910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grpSp>
        <p:nvGrpSpPr>
          <p:cNvPr id="42" name="矩形: 圆角 10">
            <a:extLst>
              <a:ext uri="{FF2B5EF4-FFF2-40B4-BE49-F238E27FC236}">
                <a16:creationId xmlns:a16="http://schemas.microsoft.com/office/drawing/2014/main" xmlns="" id="{F5BEFD9A-27E7-E95C-2FFC-8706CAEA0A23}"/>
              </a:ext>
            </a:extLst>
          </p:cNvPr>
          <p:cNvGrpSpPr/>
          <p:nvPr/>
        </p:nvGrpSpPr>
        <p:grpSpPr>
          <a:xfrm>
            <a:off x="1034272" y="4946209"/>
            <a:ext cx="1906943" cy="746741"/>
            <a:chOff x="0" y="15261"/>
            <a:chExt cx="1906941" cy="746739"/>
          </a:xfrm>
        </p:grpSpPr>
        <p:sp>
          <p:nvSpPr>
            <p:cNvPr id="43" name="圓角矩形">
              <a:extLst>
                <a:ext uri="{FF2B5EF4-FFF2-40B4-BE49-F238E27FC236}">
                  <a16:creationId xmlns:a16="http://schemas.microsoft.com/office/drawing/2014/main" xmlns="" id="{9DBFD8BE-FD0B-A5F9-2B4D-E422CBBA673C}"/>
                </a:ext>
              </a:extLst>
            </p:cNvPr>
            <p:cNvSpPr/>
            <p:nvPr/>
          </p:nvSpPr>
          <p:spPr>
            <a:xfrm>
              <a:off x="0" y="15261"/>
              <a:ext cx="1906941" cy="746739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8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44" name="葉芯寧">
              <a:extLst>
                <a:ext uri="{FF2B5EF4-FFF2-40B4-BE49-F238E27FC236}">
                  <a16:creationId xmlns:a16="http://schemas.microsoft.com/office/drawing/2014/main" xmlns="" id="{8265EFF4-6D12-1913-114A-E3EC7358C154}"/>
                </a:ext>
              </a:extLst>
            </p:cNvPr>
            <p:cNvSpPr txBox="1"/>
            <p:nvPr/>
          </p:nvSpPr>
          <p:spPr>
            <a:xfrm>
              <a:off x="112545" y="18284"/>
              <a:ext cx="1681849" cy="7078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39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rPr lang="zh-TW" altLang="en-US" sz="4000" dirty="0"/>
                <a:t>{{NAME6}}</a:t>
              </a:r>
              <a:endParaRPr lang="en-US" altLang="zh-TW" dirty="0"/>
            </a:p>
          </p:txBody>
        </p:sp>
      </p:grpSp>
      <p:grpSp>
        <p:nvGrpSpPr>
          <p:cNvPr id="45" name="矩形: 圓角 26">
            <a:extLst>
              <a:ext uri="{FF2B5EF4-FFF2-40B4-BE49-F238E27FC236}">
                <a16:creationId xmlns:a16="http://schemas.microsoft.com/office/drawing/2014/main" xmlns="" id="{5FCE554C-55C4-EE72-314A-F6C023034063}"/>
              </a:ext>
            </a:extLst>
          </p:cNvPr>
          <p:cNvGrpSpPr/>
          <p:nvPr/>
        </p:nvGrpSpPr>
        <p:grpSpPr>
          <a:xfrm>
            <a:off x="3812665" y="4806993"/>
            <a:ext cx="2414601" cy="963977"/>
            <a:chOff x="0" y="0"/>
            <a:chExt cx="2414599" cy="963975"/>
          </a:xfrm>
        </p:grpSpPr>
        <p:sp>
          <p:nvSpPr>
            <p:cNvPr id="46" name="圓角矩形">
              <a:extLst>
                <a:ext uri="{FF2B5EF4-FFF2-40B4-BE49-F238E27FC236}">
                  <a16:creationId xmlns:a16="http://schemas.microsoft.com/office/drawing/2014/main" xmlns="" id="{E1F597C1-F40E-8D03-4BD1-943D2E892BC9}"/>
                </a:ext>
              </a:extLst>
            </p:cNvPr>
            <p:cNvSpPr/>
            <p:nvPr/>
          </p:nvSpPr>
          <p:spPr>
            <a:xfrm>
              <a:off x="-1" y="-1"/>
              <a:ext cx="2414600" cy="963976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47" name="需要引薦">
              <a:extLst>
                <a:ext uri="{FF2B5EF4-FFF2-40B4-BE49-F238E27FC236}">
                  <a16:creationId xmlns:a16="http://schemas.microsoft.com/office/drawing/2014/main" xmlns="" id="{E8B5C587-E8C0-EECB-99D3-8617816B1FF0}"/>
                </a:ext>
              </a:extLst>
            </p:cNvPr>
            <p:cNvSpPr txBox="1"/>
            <p:nvPr/>
          </p:nvSpPr>
          <p:spPr>
            <a:xfrm>
              <a:off x="88386" y="226712"/>
              <a:ext cx="2237825" cy="510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引薦人</a:t>
              </a:r>
            </a:p>
          </p:txBody>
        </p:sp>
      </p:grpSp>
      <p:sp>
        <p:nvSpPr>
          <p:cNvPr id="48" name="直線單箭頭接點 29">
            <a:extLst>
              <a:ext uri="{FF2B5EF4-FFF2-40B4-BE49-F238E27FC236}">
                <a16:creationId xmlns:a16="http://schemas.microsoft.com/office/drawing/2014/main" xmlns="" id="{F0E96812-3620-8D16-72ED-F2977DE4A1EF}"/>
              </a:ext>
            </a:extLst>
          </p:cNvPr>
          <p:cNvSpPr/>
          <p:nvPr/>
        </p:nvSpPr>
        <p:spPr>
          <a:xfrm>
            <a:off x="6072449" y="5647117"/>
            <a:ext cx="5486911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9" name="文字方塊 1">
            <a:extLst>
              <a:ext uri="{FF2B5EF4-FFF2-40B4-BE49-F238E27FC236}">
                <a16:creationId xmlns:a16="http://schemas.microsoft.com/office/drawing/2014/main" xmlns="" id="{745AD719-865E-C14C-C28F-A1313298D68A}"/>
              </a:ext>
            </a:extLst>
          </p:cNvPr>
          <p:cNvSpPr txBox="1"/>
          <p:nvPr/>
        </p:nvSpPr>
        <p:spPr>
          <a:xfrm>
            <a:off x="6401439" y="4930100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rPr lang="zh-TW" altLang="en-US" sz="2800" dirty="0"/>
              <a:t>{{INVITER6}}</a:t>
            </a:r>
            <a:endParaRPr lang="zh-TW" altLang="en-US" sz="2800" dirty="0"/>
          </a:p>
        </p:txBody>
      </p:sp>
      <p:grpSp>
        <p:nvGrpSpPr>
          <p:cNvPr id="51" name="群組 25">
            <a:extLst>
              <a:ext uri="{FF2B5EF4-FFF2-40B4-BE49-F238E27FC236}">
                <a16:creationId xmlns:a16="http://schemas.microsoft.com/office/drawing/2014/main" xmlns="" id="{1A7F0755-2ADD-2AB0-9B2C-2F3507CBA336}"/>
              </a:ext>
            </a:extLst>
          </p:cNvPr>
          <p:cNvGrpSpPr/>
          <p:nvPr/>
        </p:nvGrpSpPr>
        <p:grpSpPr>
          <a:xfrm>
            <a:off x="786585" y="178907"/>
            <a:ext cx="10404389" cy="1535422"/>
            <a:chOff x="-2" y="-1"/>
            <a:chExt cx="10404387" cy="1535420"/>
          </a:xfrm>
        </p:grpSpPr>
        <p:sp>
          <p:nvSpPr>
            <p:cNvPr id="52" name="平行四邊形 26">
              <a:extLst>
                <a:ext uri="{FF2B5EF4-FFF2-40B4-BE49-F238E27FC236}">
                  <a16:creationId xmlns:a16="http://schemas.microsoft.com/office/drawing/2014/main" xmlns="" id="{16C039E2-863E-5043-2DB9-AD7E0642FFBF}"/>
                </a:ext>
              </a:extLst>
            </p:cNvPr>
            <p:cNvSpPr/>
            <p:nvPr/>
          </p:nvSpPr>
          <p:spPr>
            <a:xfrm>
              <a:off x="479877" y="191883"/>
              <a:ext cx="9358943" cy="134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775" y="0"/>
                  </a:lnTo>
                  <a:lnTo>
                    <a:pt x="21600" y="0"/>
                  </a:lnTo>
                  <a:lnTo>
                    <a:pt x="20825" y="21600"/>
                  </a:lnTo>
                  <a:close/>
                </a:path>
              </a:pathLst>
            </a:custGeom>
            <a:solidFill>
              <a:srgbClr val="C7C7C7"/>
            </a:solidFill>
            <a:ln w="12700" cap="flat">
              <a:noFill/>
              <a:miter lim="400000"/>
            </a:ln>
            <a:effectLst>
              <a:outerShdw blurRad="76200" dist="37674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19318">
                <a:defRPr sz="24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pPr>
              <a:endParaRPr/>
            </a:p>
          </p:txBody>
        </p:sp>
        <p:sp>
          <p:nvSpPr>
            <p:cNvPr id="53" name="平行四邊形 27">
              <a:extLst>
                <a:ext uri="{FF2B5EF4-FFF2-40B4-BE49-F238E27FC236}">
                  <a16:creationId xmlns:a16="http://schemas.microsoft.com/office/drawing/2014/main" xmlns="" id="{8F0D1D4E-E2AF-B19C-4ECC-4F75921D8D2E}"/>
                </a:ext>
              </a:extLst>
            </p:cNvPr>
            <p:cNvSpPr/>
            <p:nvPr/>
          </p:nvSpPr>
          <p:spPr>
            <a:xfrm>
              <a:off x="-2" y="-1"/>
              <a:ext cx="9024141" cy="134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804" y="0"/>
                  </a:lnTo>
                  <a:lnTo>
                    <a:pt x="21600" y="0"/>
                  </a:lnTo>
                  <a:lnTo>
                    <a:pt x="20796" y="21600"/>
                  </a:lnTo>
                  <a:close/>
                </a:path>
              </a:pathLst>
            </a:custGeom>
            <a:solidFill>
              <a:srgbClr val="CF2031"/>
            </a:solidFill>
            <a:ln w="19050" cap="flat">
              <a:solidFill>
                <a:srgbClr val="CF2031"/>
              </a:solidFill>
              <a:prstDash val="solid"/>
              <a:miter lim="800000"/>
            </a:ln>
            <a:effectLst>
              <a:outerShdw blurRad="76200" dist="37674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19318">
                <a:defRPr sz="24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pPr>
              <a:endParaRPr/>
            </a:p>
          </p:txBody>
        </p:sp>
        <p:sp>
          <p:nvSpPr>
            <p:cNvPr id="54" name="矩形 29">
              <a:extLst>
                <a:ext uri="{FF2B5EF4-FFF2-40B4-BE49-F238E27FC236}">
                  <a16:creationId xmlns:a16="http://schemas.microsoft.com/office/drawing/2014/main" xmlns="" id="{F39CA52A-F7DB-1697-D678-D81663012D45}"/>
                </a:ext>
              </a:extLst>
            </p:cNvPr>
            <p:cNvSpPr txBox="1"/>
            <p:nvPr/>
          </p:nvSpPr>
          <p:spPr>
            <a:xfrm>
              <a:off x="1119243" y="864008"/>
              <a:ext cx="6725891" cy="3312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>
              <a:lvl1pPr defTabSz="1219318">
                <a:defRPr sz="16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r>
                <a:t>WELCOME VISITORS</a:t>
              </a:r>
            </a:p>
          </p:txBody>
        </p:sp>
        <p:grpSp>
          <p:nvGrpSpPr>
            <p:cNvPr id="55" name="橢圓 30">
              <a:extLst>
                <a:ext uri="{FF2B5EF4-FFF2-40B4-BE49-F238E27FC236}">
                  <a16:creationId xmlns:a16="http://schemas.microsoft.com/office/drawing/2014/main" xmlns="" id="{6EB71EE6-6735-14B0-DA9A-EC355F55C01C}"/>
                </a:ext>
              </a:extLst>
            </p:cNvPr>
            <p:cNvGrpSpPr/>
            <p:nvPr/>
          </p:nvGrpSpPr>
          <p:grpSpPr>
            <a:xfrm>
              <a:off x="9169203" y="54000"/>
              <a:ext cx="1235182" cy="1235186"/>
              <a:chOff x="-2" y="-2"/>
              <a:chExt cx="1235181" cy="1235185"/>
            </a:xfrm>
          </p:grpSpPr>
          <p:sp>
            <p:nvSpPr>
              <p:cNvPr id="57" name="圓形">
                <a:extLst>
                  <a:ext uri="{FF2B5EF4-FFF2-40B4-BE49-F238E27FC236}">
                    <a16:creationId xmlns:a16="http://schemas.microsoft.com/office/drawing/2014/main" xmlns="" id="{DC44ACC2-811F-68B6-63B7-C25695ABCC2D}"/>
                  </a:ext>
                </a:extLst>
              </p:cNvPr>
              <p:cNvSpPr/>
              <p:nvPr/>
            </p:nvSpPr>
            <p:spPr>
              <a:xfrm>
                <a:off x="-2" y="-2"/>
                <a:ext cx="1235181" cy="1235185"/>
              </a:xfrm>
              <a:prstGeom prst="ellipse">
                <a:avLst/>
              </a:prstGeom>
              <a:solidFill>
                <a:srgbClr val="CF2031"/>
              </a:solidFill>
              <a:ln w="19050" cap="flat">
                <a:solidFill>
                  <a:srgbClr val="CF2031"/>
                </a:solidFill>
                <a:prstDash val="solid"/>
                <a:miter lim="800000"/>
              </a:ln>
              <a:effectLst>
                <a:outerShdw blurRad="76200" dist="37674" dir="2700000" rotWithShape="0">
                  <a:srgbClr val="000000">
                    <a:alpha val="40000"/>
                  </a:srgbClr>
                </a:outerShdw>
              </a:effectLst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1219318">
                  <a:defRPr sz="3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58" name="02">
                <a:extLst>
                  <a:ext uri="{FF2B5EF4-FFF2-40B4-BE49-F238E27FC236}">
                    <a16:creationId xmlns:a16="http://schemas.microsoft.com/office/drawing/2014/main" xmlns="" id="{BFB696E0-8564-5B33-0B38-FC844FD37BCA}"/>
                  </a:ext>
                </a:extLst>
              </p:cNvPr>
              <p:cNvSpPr txBox="1"/>
              <p:nvPr/>
            </p:nvSpPr>
            <p:spPr>
              <a:xfrm>
                <a:off x="235412" y="325921"/>
                <a:ext cx="764352" cy="58331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4999" tIns="44999" rIns="44999" bIns="44999" numCol="1" anchor="ctr">
                <a:spAutoFit/>
              </a:bodyPr>
              <a:lstStyle>
                <a:lvl1pPr algn="ctr" defTabSz="1219318">
                  <a:defRPr sz="3200" b="1">
                    <a:solidFill>
                      <a:srgbClr val="FFFFFF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defRPr>
                </a:lvl1pPr>
              </a:lstStyle>
              <a:p>
                <a:r>
                  <a:rPr smtClean="0"/>
                  <a:t>0</a:t>
                </a:r>
                <a:r>
                  <a:rPr lang="en-US" smtClean="0"/>
                  <a:t>6</a:t>
                </a:r>
              </a:p>
            </p:txBody>
          </p:sp>
        </p:grpSp>
        <p:sp>
          <p:nvSpPr>
            <p:cNvPr id="56" name="文字方塊 28">
              <a:extLst>
                <a:ext uri="{FF2B5EF4-FFF2-40B4-BE49-F238E27FC236}">
                  <a16:creationId xmlns:a16="http://schemas.microsoft.com/office/drawing/2014/main" xmlns="" id="{FDEB0F6B-5468-4333-0783-0B70F0A918F9}"/>
                </a:ext>
              </a:extLst>
            </p:cNvPr>
            <p:cNvSpPr txBox="1"/>
            <p:nvPr/>
          </p:nvSpPr>
          <p:spPr>
            <a:xfrm>
              <a:off x="1002962" y="96123"/>
              <a:ext cx="7034052" cy="940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>
              <a:lvl1pPr algn="just" defTabSz="1219318">
                <a:defRPr sz="48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r>
                <a:rPr dirty="0"/>
                <a:t>來賓15秒自我介紹</a:t>
              </a:r>
            </a:p>
          </p:txBody>
        </p:sp>
      </p:grpSp>
      <p:sp>
        <p:nvSpPr>
          <p:cNvPr id="50" name="文字方塊 1">
            <a:extLst>
              <a:ext uri="{FF2B5EF4-FFF2-40B4-BE49-F238E27FC236}">
                <a16:creationId xmlns:a16="http://schemas.microsoft.com/office/drawing/2014/main" xmlns="" id="{AEEAD3CC-BFC0-0C12-9D33-83DA249EE6D9}"/>
              </a:ext>
            </a:extLst>
          </p:cNvPr>
          <p:cNvSpPr txBox="1"/>
          <p:nvPr/>
        </p:nvSpPr>
        <p:spPr>
          <a:xfrm>
            <a:off x="6457086" y="4006870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endParaRPr lang="zh-TW" altLang="en-US" sz="2800" dirty="0"/>
          </a:p>
        </p:txBody>
      </p:sp>
      <p:sp>
        <p:nvSpPr>
          <p:cNvPr id="61" name="文字方塊 1">
            <a:extLst>
              <a:ext uri="{FF2B5EF4-FFF2-40B4-BE49-F238E27FC236}">
                <a16:creationId xmlns:a16="http://schemas.microsoft.com/office/drawing/2014/main" xmlns="" id="{1080D13B-346E-6AA5-BA21-6F5E163775B0}"/>
              </a:ext>
            </a:extLst>
          </p:cNvPr>
          <p:cNvSpPr txBox="1"/>
          <p:nvPr/>
        </p:nvSpPr>
        <p:spPr>
          <a:xfrm>
            <a:off x="6338379" y="2953784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r>
              <a:rPr lang="zh-TW" altLang="en-US" sz="2800" dirty="0"/>
              <a:t>{{SERVICE6}}</a:t>
            </a:r>
            <a:endParaRPr lang="zh-TW" altLang="en-US" sz="2800" dirty="0"/>
          </a:p>
        </p:txBody>
      </p:sp>
      <p:sp>
        <p:nvSpPr>
          <p:cNvPr id="3" name="文字方塊 1">
            <a:extLst>
              <a:ext uri="{FF2B5EF4-FFF2-40B4-BE49-F238E27FC236}">
                <a16:creationId xmlns:a16="http://schemas.microsoft.com/office/drawing/2014/main" xmlns="" id="{879A7CB1-DF92-1475-A893-865DBE704EAE}"/>
              </a:ext>
            </a:extLst>
          </p:cNvPr>
          <p:cNvSpPr txBox="1"/>
          <p:nvPr/>
        </p:nvSpPr>
        <p:spPr>
          <a:xfrm>
            <a:off x="6400319" y="3747445"/>
            <a:ext cx="5467425" cy="829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r>
              <a:rPr lang="zh-TW" altLang="en-US" sz="2400" dirty="0"/>
              <a:t>{{SEEKING6}}</a:t>
            </a:r>
            <a:endParaRPr lang="zh-TW" altLang="en-US" sz="2400" dirty="0"/>
          </a:p>
        </p:txBody>
      </p:sp>
      <p:sp>
        <p:nvSpPr>
          <p:cNvPr id="906" name="PhotoBox"/>
          <p:cNvSpPr/>
          <p:nvPr/>
        </p:nvSpPr>
        <p:spPr>
          <a:xfrm>
            <a:off x="936972" y="1585307"/>
            <a:ext cx="2101540" cy="3312245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A6221A"/>
            </a:solidFill>
            <a:prstDash val="dash"/>
          </a:ln>
        </p:spPr>
        <p:txBody>
          <a:bodyPr anchor="ctr"/>
          <a:lstStyle/>
          <a:p>
            <a:pPr algn="ctr"/>
            <a:r>
              <a:rPr lang="zh-TW" sz="1500">
                <a:solidFill>
                  <a:srgbClr val="7A6E5A"/>
                </a:solidFill>
              </a:rPr>
              <a:t>請貼上來賓照片</a:t>
            </a:r>
          </a:p>
          <a:p>
            <a:pPr algn="ctr"/>
            <a:r>
              <a:rPr lang="zh-TW" sz="1100">
                <a:solidFill>
                  <a:srgbClr val="7A6E5A"/>
                </a:solidFill>
              </a:rPr>
              <a:t>(下載後自行貼上)</a:t>
            </a:r>
          </a:p>
        </p:txBody>
      </p:sp>
    </p:spTree>
    <p:extLst>
      <p:ext uri="{BB962C8B-B14F-4D97-AF65-F5344CB8AC3E}">
        <p14:creationId xmlns:p14="http://schemas.microsoft.com/office/powerpoint/2010/main" val="3676949798"/>
      </p:ext>
    </p:extLst>
  </p:cSld>
  <p:clrMapOvr>
    <a:masterClrMapping/>
  </p:clrMapOvr>
</p:sld>
</file>

<file path=ppt/slides/slideG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4C9FC0D-04C7-9CDD-F82E-B9BCA948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矩形 2">
            <a:extLst>
              <a:ext uri="{FF2B5EF4-FFF2-40B4-BE49-F238E27FC236}">
                <a16:creationId xmlns:a16="http://schemas.microsoft.com/office/drawing/2014/main" xmlns="" id="{5D6DAABF-D057-E96D-98C3-C235BE9EAD8D}"/>
              </a:ext>
            </a:extLst>
          </p:cNvPr>
          <p:cNvGrpSpPr/>
          <p:nvPr/>
        </p:nvGrpSpPr>
        <p:grpSpPr>
          <a:xfrm>
            <a:off x="1771191" y="5831987"/>
            <a:ext cx="1178659" cy="383780"/>
            <a:chOff x="-1" y="0"/>
            <a:chExt cx="1178657" cy="383778"/>
          </a:xfrm>
        </p:grpSpPr>
        <p:sp>
          <p:nvSpPr>
            <p:cNvPr id="5" name="矩形">
              <a:extLst>
                <a:ext uri="{FF2B5EF4-FFF2-40B4-BE49-F238E27FC236}">
                  <a16:creationId xmlns:a16="http://schemas.microsoft.com/office/drawing/2014/main" xmlns="" id="{CBC5F700-2CB3-4CA1-6EE6-8B65700EF1F7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" name="金融投資">
              <a:extLst>
                <a:ext uri="{FF2B5EF4-FFF2-40B4-BE49-F238E27FC236}">
                  <a16:creationId xmlns:a16="http://schemas.microsoft.com/office/drawing/2014/main" xmlns="" id="{72175538-B2BE-E4E4-EFD1-C073FD90CEA9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金融投資</a:t>
              </a:r>
            </a:p>
          </p:txBody>
        </p:sp>
      </p:grpSp>
      <p:grpSp>
        <p:nvGrpSpPr>
          <p:cNvPr id="7" name="矩形 2">
            <a:extLst>
              <a:ext uri="{FF2B5EF4-FFF2-40B4-BE49-F238E27FC236}">
                <a16:creationId xmlns:a16="http://schemas.microsoft.com/office/drawing/2014/main" xmlns="" id="{783FA7C6-08B2-D9FF-2FCE-D5F94D8A267E}"/>
              </a:ext>
            </a:extLst>
          </p:cNvPr>
          <p:cNvGrpSpPr/>
          <p:nvPr/>
        </p:nvGrpSpPr>
        <p:grpSpPr>
          <a:xfrm>
            <a:off x="3017511" y="5831987"/>
            <a:ext cx="1178659" cy="383780"/>
            <a:chOff x="-1" y="0"/>
            <a:chExt cx="1178657" cy="383778"/>
          </a:xfrm>
        </p:grpSpPr>
        <p:sp>
          <p:nvSpPr>
            <p:cNvPr id="8" name="矩形">
              <a:extLst>
                <a:ext uri="{FF2B5EF4-FFF2-40B4-BE49-F238E27FC236}">
                  <a16:creationId xmlns:a16="http://schemas.microsoft.com/office/drawing/2014/main" xmlns="" id="{737BE9B1-C068-8950-4AAE-8AB5380957B8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" name="品牌推廣">
              <a:extLst>
                <a:ext uri="{FF2B5EF4-FFF2-40B4-BE49-F238E27FC236}">
                  <a16:creationId xmlns:a16="http://schemas.microsoft.com/office/drawing/2014/main" xmlns="" id="{4F1669A1-5291-9DEC-1BE9-D1BB03174833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品牌推廣</a:t>
              </a:r>
            </a:p>
          </p:txBody>
        </p:sp>
      </p:grpSp>
      <p:grpSp>
        <p:nvGrpSpPr>
          <p:cNvPr id="10" name="矩形 2">
            <a:extLst>
              <a:ext uri="{FF2B5EF4-FFF2-40B4-BE49-F238E27FC236}">
                <a16:creationId xmlns:a16="http://schemas.microsoft.com/office/drawing/2014/main" xmlns="" id="{7FAF0CBB-E577-255F-C8AA-C2D59E1813CD}"/>
              </a:ext>
            </a:extLst>
          </p:cNvPr>
          <p:cNvGrpSpPr/>
          <p:nvPr/>
        </p:nvGrpSpPr>
        <p:grpSpPr>
          <a:xfrm>
            <a:off x="4254469" y="5831987"/>
            <a:ext cx="1178659" cy="383780"/>
            <a:chOff x="-1" y="0"/>
            <a:chExt cx="1178657" cy="383778"/>
          </a:xfrm>
        </p:grpSpPr>
        <p:sp>
          <p:nvSpPr>
            <p:cNvPr id="11" name="矩形">
              <a:extLst>
                <a:ext uri="{FF2B5EF4-FFF2-40B4-BE49-F238E27FC236}">
                  <a16:creationId xmlns:a16="http://schemas.microsoft.com/office/drawing/2014/main" xmlns="" id="{2C0E2AA6-3245-4DB6-A9E9-C968D2A7D580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2" name="商業服務">
              <a:extLst>
                <a:ext uri="{FF2B5EF4-FFF2-40B4-BE49-F238E27FC236}">
                  <a16:creationId xmlns:a16="http://schemas.microsoft.com/office/drawing/2014/main" xmlns="" id="{A10E25BF-C5DF-E231-42AC-12B9467FB38D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商業服務</a:t>
              </a:r>
            </a:p>
          </p:txBody>
        </p:sp>
      </p:grpSp>
      <p:grpSp>
        <p:nvGrpSpPr>
          <p:cNvPr id="13" name="矩形 2">
            <a:extLst>
              <a:ext uri="{FF2B5EF4-FFF2-40B4-BE49-F238E27FC236}">
                <a16:creationId xmlns:a16="http://schemas.microsoft.com/office/drawing/2014/main" xmlns="" id="{642D1255-5A24-91AA-33D6-7DCA2C8AA973}"/>
              </a:ext>
            </a:extLst>
          </p:cNvPr>
          <p:cNvGrpSpPr/>
          <p:nvPr/>
        </p:nvGrpSpPr>
        <p:grpSpPr>
          <a:xfrm>
            <a:off x="5491428" y="5831987"/>
            <a:ext cx="1178656" cy="383780"/>
            <a:chOff x="-1" y="0"/>
            <a:chExt cx="1178654" cy="383778"/>
          </a:xfrm>
        </p:grpSpPr>
        <p:sp>
          <p:nvSpPr>
            <p:cNvPr id="14" name="矩形">
              <a:extLst>
                <a:ext uri="{FF2B5EF4-FFF2-40B4-BE49-F238E27FC236}">
                  <a16:creationId xmlns:a16="http://schemas.microsoft.com/office/drawing/2014/main" xmlns="" id="{9D12C0D3-B366-1864-B7C7-05C6882668F5}"/>
                </a:ext>
              </a:extLst>
            </p:cNvPr>
            <p:cNvSpPr/>
            <p:nvPr/>
          </p:nvSpPr>
          <p:spPr>
            <a:xfrm>
              <a:off x="-2" y="-1"/>
              <a:ext cx="1178656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" name="醫療健康">
              <a:extLst>
                <a:ext uri="{FF2B5EF4-FFF2-40B4-BE49-F238E27FC236}">
                  <a16:creationId xmlns:a16="http://schemas.microsoft.com/office/drawing/2014/main" xmlns="" id="{F5CF93FC-3C84-1AA2-C15D-7A10D1878C5B}"/>
                </a:ext>
              </a:extLst>
            </p:cNvPr>
            <p:cNvSpPr txBox="1"/>
            <p:nvPr/>
          </p:nvSpPr>
          <p:spPr>
            <a:xfrm>
              <a:off x="54526" y="7185"/>
              <a:ext cx="1069601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醫療健康</a:t>
              </a:r>
            </a:p>
          </p:txBody>
        </p:sp>
      </p:grpSp>
      <p:grpSp>
        <p:nvGrpSpPr>
          <p:cNvPr id="16" name="矩形 2">
            <a:extLst>
              <a:ext uri="{FF2B5EF4-FFF2-40B4-BE49-F238E27FC236}">
                <a16:creationId xmlns:a16="http://schemas.microsoft.com/office/drawing/2014/main" xmlns="" id="{E36532E3-06CB-6256-CEAE-03233547F4FB}"/>
              </a:ext>
            </a:extLst>
          </p:cNvPr>
          <p:cNvGrpSpPr/>
          <p:nvPr/>
        </p:nvGrpSpPr>
        <p:grpSpPr>
          <a:xfrm>
            <a:off x="6728750" y="5831987"/>
            <a:ext cx="1178659" cy="383780"/>
            <a:chOff x="-1" y="0"/>
            <a:chExt cx="1178657" cy="383778"/>
          </a:xfrm>
        </p:grpSpPr>
        <p:sp>
          <p:nvSpPr>
            <p:cNvPr id="17" name="矩形">
              <a:extLst>
                <a:ext uri="{FF2B5EF4-FFF2-40B4-BE49-F238E27FC236}">
                  <a16:creationId xmlns:a16="http://schemas.microsoft.com/office/drawing/2014/main" xmlns="" id="{2AC36A8F-B16F-8E8C-0EDC-1AFEA896E0D9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8" name="食品餐飲">
              <a:extLst>
                <a:ext uri="{FF2B5EF4-FFF2-40B4-BE49-F238E27FC236}">
                  <a16:creationId xmlns:a16="http://schemas.microsoft.com/office/drawing/2014/main" xmlns="" id="{DF4543CD-11F2-22CE-1A53-24DBE70CDE10}"/>
                </a:ext>
              </a:extLst>
            </p:cNvPr>
            <p:cNvSpPr txBox="1"/>
            <p:nvPr/>
          </p:nvSpPr>
          <p:spPr>
            <a:xfrm>
              <a:off x="54528" y="7185"/>
              <a:ext cx="1069603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食品餐飲</a:t>
              </a:r>
            </a:p>
          </p:txBody>
        </p:sp>
      </p:grpSp>
      <p:grpSp>
        <p:nvGrpSpPr>
          <p:cNvPr id="19" name="矩形 2">
            <a:extLst>
              <a:ext uri="{FF2B5EF4-FFF2-40B4-BE49-F238E27FC236}">
                <a16:creationId xmlns:a16="http://schemas.microsoft.com/office/drawing/2014/main" xmlns="" id="{D1AC1ED6-DA3D-795A-B487-485A1CFCE0F1}"/>
              </a:ext>
            </a:extLst>
          </p:cNvPr>
          <p:cNvGrpSpPr/>
          <p:nvPr/>
        </p:nvGrpSpPr>
        <p:grpSpPr>
          <a:xfrm>
            <a:off x="7965711" y="5831987"/>
            <a:ext cx="1178659" cy="383780"/>
            <a:chOff x="-1" y="0"/>
            <a:chExt cx="1178657" cy="383778"/>
          </a:xfrm>
        </p:grpSpPr>
        <p:sp>
          <p:nvSpPr>
            <p:cNvPr id="20" name="矩形">
              <a:extLst>
                <a:ext uri="{FF2B5EF4-FFF2-40B4-BE49-F238E27FC236}">
                  <a16:creationId xmlns:a16="http://schemas.microsoft.com/office/drawing/2014/main" xmlns="" id="{374F9E01-9666-70B5-1726-22E3F7A3F79D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1" name="時尚生活">
              <a:extLst>
                <a:ext uri="{FF2B5EF4-FFF2-40B4-BE49-F238E27FC236}">
                  <a16:creationId xmlns:a16="http://schemas.microsoft.com/office/drawing/2014/main" xmlns="" id="{14475685-DEB0-11B7-4666-781CD69C5AAA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時尚生活</a:t>
              </a:r>
            </a:p>
          </p:txBody>
        </p:sp>
      </p:grpSp>
      <p:grpSp>
        <p:nvGrpSpPr>
          <p:cNvPr id="22" name="矩形 2">
            <a:extLst>
              <a:ext uri="{FF2B5EF4-FFF2-40B4-BE49-F238E27FC236}">
                <a16:creationId xmlns:a16="http://schemas.microsoft.com/office/drawing/2014/main" xmlns="" id="{D57A40FB-9FD5-AF5C-B247-9D45094F0ACC}"/>
              </a:ext>
            </a:extLst>
          </p:cNvPr>
          <p:cNvGrpSpPr/>
          <p:nvPr/>
        </p:nvGrpSpPr>
        <p:grpSpPr>
          <a:xfrm>
            <a:off x="9203030" y="5831987"/>
            <a:ext cx="1456576" cy="383780"/>
            <a:chOff x="0" y="0"/>
            <a:chExt cx="1456574" cy="383778"/>
          </a:xfrm>
        </p:grpSpPr>
        <p:sp>
          <p:nvSpPr>
            <p:cNvPr id="23" name="矩形">
              <a:extLst>
                <a:ext uri="{FF2B5EF4-FFF2-40B4-BE49-F238E27FC236}">
                  <a16:creationId xmlns:a16="http://schemas.microsoft.com/office/drawing/2014/main" xmlns="" id="{D5FDBC8C-7C5A-7DCD-F277-4A74DC67413C}"/>
                </a:ext>
              </a:extLst>
            </p:cNvPr>
            <p:cNvSpPr/>
            <p:nvPr/>
          </p:nvSpPr>
          <p:spPr>
            <a:xfrm>
              <a:off x="-1" y="-1"/>
              <a:ext cx="1456575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4" name="商品規劃包裝">
              <a:extLst>
                <a:ext uri="{FF2B5EF4-FFF2-40B4-BE49-F238E27FC236}">
                  <a16:creationId xmlns:a16="http://schemas.microsoft.com/office/drawing/2014/main" xmlns="" id="{69932356-4EBD-8211-99F8-1862A49945BF}"/>
                </a:ext>
              </a:extLst>
            </p:cNvPr>
            <p:cNvSpPr txBox="1"/>
            <p:nvPr/>
          </p:nvSpPr>
          <p:spPr>
            <a:xfrm>
              <a:off x="54525" y="7185"/>
              <a:ext cx="1347524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商品規劃包裝</a:t>
              </a:r>
            </a:p>
          </p:txBody>
        </p:sp>
      </p:grpSp>
      <p:grpSp>
        <p:nvGrpSpPr>
          <p:cNvPr id="25" name="矩形 2">
            <a:extLst>
              <a:ext uri="{FF2B5EF4-FFF2-40B4-BE49-F238E27FC236}">
                <a16:creationId xmlns:a16="http://schemas.microsoft.com/office/drawing/2014/main" xmlns="" id="{86D65167-FCDD-6DA3-150E-9B2E76978415}"/>
              </a:ext>
            </a:extLst>
          </p:cNvPr>
          <p:cNvGrpSpPr/>
          <p:nvPr/>
        </p:nvGrpSpPr>
        <p:grpSpPr>
          <a:xfrm>
            <a:off x="10708909" y="5831987"/>
            <a:ext cx="1384577" cy="383780"/>
            <a:chOff x="-1" y="0"/>
            <a:chExt cx="1384576" cy="383778"/>
          </a:xfrm>
        </p:grpSpPr>
        <p:sp>
          <p:nvSpPr>
            <p:cNvPr id="26" name="矩形">
              <a:extLst>
                <a:ext uri="{FF2B5EF4-FFF2-40B4-BE49-F238E27FC236}">
                  <a16:creationId xmlns:a16="http://schemas.microsoft.com/office/drawing/2014/main" xmlns="" id="{17F8C02D-C443-33B9-8F9D-9CBE3C9CFCA0}"/>
                </a:ext>
              </a:extLst>
            </p:cNvPr>
            <p:cNvSpPr/>
            <p:nvPr/>
          </p:nvSpPr>
          <p:spPr>
            <a:xfrm>
              <a:off x="-2" y="-1"/>
              <a:ext cx="1384577" cy="383780"/>
            </a:xfrm>
            <a:prstGeom prst="rect">
              <a:avLst/>
            </a:prstGeom>
            <a:solidFill>
              <a:srgbClr val="00B05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7" name="參訪來賓">
              <a:extLst>
                <a:ext uri="{FF2B5EF4-FFF2-40B4-BE49-F238E27FC236}">
                  <a16:creationId xmlns:a16="http://schemas.microsoft.com/office/drawing/2014/main" xmlns="" id="{AE141260-B956-1BD4-55F8-93AE6D1B1222}"/>
                </a:ext>
              </a:extLst>
            </p:cNvPr>
            <p:cNvSpPr txBox="1"/>
            <p:nvPr/>
          </p:nvSpPr>
          <p:spPr>
            <a:xfrm>
              <a:off x="45002" y="7185"/>
              <a:ext cx="1294575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參訪來賓</a:t>
              </a:r>
            </a:p>
          </p:txBody>
        </p:sp>
      </p:grpSp>
      <p:grpSp>
        <p:nvGrpSpPr>
          <p:cNvPr id="28" name="矩形: 圓角 19">
            <a:extLst>
              <a:ext uri="{FF2B5EF4-FFF2-40B4-BE49-F238E27FC236}">
                <a16:creationId xmlns:a16="http://schemas.microsoft.com/office/drawing/2014/main" xmlns="" id="{80EC3EEC-320C-48F5-19EA-EDFBFD775664}"/>
              </a:ext>
            </a:extLst>
          </p:cNvPr>
          <p:cNvGrpSpPr/>
          <p:nvPr/>
        </p:nvGrpSpPr>
        <p:grpSpPr>
          <a:xfrm>
            <a:off x="3773055" y="1822260"/>
            <a:ext cx="2431568" cy="970750"/>
            <a:chOff x="0" y="0"/>
            <a:chExt cx="2431566" cy="970748"/>
          </a:xfrm>
        </p:grpSpPr>
        <p:sp>
          <p:nvSpPr>
            <p:cNvPr id="29" name="圓角矩形">
              <a:extLst>
                <a:ext uri="{FF2B5EF4-FFF2-40B4-BE49-F238E27FC236}">
                  <a16:creationId xmlns:a16="http://schemas.microsoft.com/office/drawing/2014/main" xmlns="" id="{3A345DC8-D17A-6BB1-00B0-5F7F5785ABFD}"/>
                </a:ext>
              </a:extLst>
            </p:cNvPr>
            <p:cNvSpPr/>
            <p:nvPr/>
          </p:nvSpPr>
          <p:spPr>
            <a:xfrm>
              <a:off x="-1" y="-1"/>
              <a:ext cx="2431567" cy="970749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0" name="公司名稱…">
              <a:extLst>
                <a:ext uri="{FF2B5EF4-FFF2-40B4-BE49-F238E27FC236}">
                  <a16:creationId xmlns:a16="http://schemas.microsoft.com/office/drawing/2014/main" xmlns="" id="{640E4531-6A68-617A-5143-02C5B623F5CF}"/>
                </a:ext>
              </a:extLst>
            </p:cNvPr>
            <p:cNvSpPr txBox="1"/>
            <p:nvPr/>
          </p:nvSpPr>
          <p:spPr>
            <a:xfrm>
              <a:off x="88351" y="59369"/>
              <a:ext cx="2254860" cy="8519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r>
                <a:rPr dirty="0" err="1"/>
                <a:t>公司名稱</a:t>
              </a:r>
              <a:endParaRPr dirty="0"/>
            </a:p>
            <a:p>
              <a: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r>
                <a:rPr dirty="0" err="1"/>
                <a:t>職務名稱</a:t>
              </a:r>
              <a:endParaRPr dirty="0"/>
            </a:p>
          </p:txBody>
        </p:sp>
      </p:grpSp>
      <p:grpSp>
        <p:nvGrpSpPr>
          <p:cNvPr id="31" name="矩形: 圓角 25">
            <a:extLst>
              <a:ext uri="{FF2B5EF4-FFF2-40B4-BE49-F238E27FC236}">
                <a16:creationId xmlns:a16="http://schemas.microsoft.com/office/drawing/2014/main" xmlns="" id="{DE62D0C2-76AA-F83C-C1F7-A1497EF6171F}"/>
              </a:ext>
            </a:extLst>
          </p:cNvPr>
          <p:cNvGrpSpPr/>
          <p:nvPr/>
        </p:nvGrpSpPr>
        <p:grpSpPr>
          <a:xfrm>
            <a:off x="3782098" y="2818471"/>
            <a:ext cx="2413481" cy="963529"/>
            <a:chOff x="0" y="-1"/>
            <a:chExt cx="2413480" cy="963528"/>
          </a:xfrm>
        </p:grpSpPr>
        <p:sp>
          <p:nvSpPr>
            <p:cNvPr id="32" name="圓角矩形">
              <a:extLst>
                <a:ext uri="{FF2B5EF4-FFF2-40B4-BE49-F238E27FC236}">
                  <a16:creationId xmlns:a16="http://schemas.microsoft.com/office/drawing/2014/main" xmlns="" id="{33F9D984-0491-C7AE-94B6-008944DB26A6}"/>
                </a:ext>
              </a:extLst>
            </p:cNvPr>
            <p:cNvSpPr/>
            <p:nvPr/>
          </p:nvSpPr>
          <p:spPr>
            <a:xfrm>
              <a:off x="-1" y="-2"/>
              <a:ext cx="2413481" cy="963530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3" name="服務項目">
              <a:extLst>
                <a:ext uri="{FF2B5EF4-FFF2-40B4-BE49-F238E27FC236}">
                  <a16:creationId xmlns:a16="http://schemas.microsoft.com/office/drawing/2014/main" xmlns="" id="{51876C5B-1C19-2987-7D9A-D2B2E9C25AED}"/>
                </a:ext>
              </a:extLst>
            </p:cNvPr>
            <p:cNvSpPr txBox="1"/>
            <p:nvPr/>
          </p:nvSpPr>
          <p:spPr>
            <a:xfrm>
              <a:off x="88345" y="245538"/>
              <a:ext cx="2236788" cy="472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服務項目</a:t>
              </a:r>
            </a:p>
          </p:txBody>
        </p:sp>
      </p:grpSp>
      <p:grpSp>
        <p:nvGrpSpPr>
          <p:cNvPr id="34" name="矩形: 圓角 26">
            <a:extLst>
              <a:ext uri="{FF2B5EF4-FFF2-40B4-BE49-F238E27FC236}">
                <a16:creationId xmlns:a16="http://schemas.microsoft.com/office/drawing/2014/main" xmlns="" id="{D73FE79E-F307-118F-A738-2A317BB9BD45}"/>
              </a:ext>
            </a:extLst>
          </p:cNvPr>
          <p:cNvGrpSpPr/>
          <p:nvPr/>
        </p:nvGrpSpPr>
        <p:grpSpPr>
          <a:xfrm>
            <a:off x="3812665" y="3815705"/>
            <a:ext cx="2413481" cy="963530"/>
            <a:chOff x="-1" y="-1"/>
            <a:chExt cx="2413480" cy="963528"/>
          </a:xfrm>
        </p:grpSpPr>
        <p:sp>
          <p:nvSpPr>
            <p:cNvPr id="35" name="圓角矩形">
              <a:extLst>
                <a:ext uri="{FF2B5EF4-FFF2-40B4-BE49-F238E27FC236}">
                  <a16:creationId xmlns:a16="http://schemas.microsoft.com/office/drawing/2014/main" xmlns="" id="{89803A57-7F08-979B-D3F4-4D030A083EBE}"/>
                </a:ext>
              </a:extLst>
            </p:cNvPr>
            <p:cNvSpPr/>
            <p:nvPr/>
          </p:nvSpPr>
          <p:spPr>
            <a:xfrm>
              <a:off x="-2" y="-2"/>
              <a:ext cx="2413482" cy="963530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6" name="需要引薦">
              <a:extLst>
                <a:ext uri="{FF2B5EF4-FFF2-40B4-BE49-F238E27FC236}">
                  <a16:creationId xmlns:a16="http://schemas.microsoft.com/office/drawing/2014/main" xmlns="" id="{3541D158-AB5C-C676-2D18-E5CA5F36210E}"/>
                </a:ext>
              </a:extLst>
            </p:cNvPr>
            <p:cNvSpPr txBox="1"/>
            <p:nvPr/>
          </p:nvSpPr>
          <p:spPr>
            <a:xfrm>
              <a:off x="88345" y="226489"/>
              <a:ext cx="2236786" cy="510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需要引薦</a:t>
              </a:r>
            </a:p>
          </p:txBody>
        </p:sp>
      </p:grpSp>
      <p:sp>
        <p:nvSpPr>
          <p:cNvPr id="37" name="直線單箭頭接點 29">
            <a:extLst>
              <a:ext uri="{FF2B5EF4-FFF2-40B4-BE49-F238E27FC236}">
                <a16:creationId xmlns:a16="http://schemas.microsoft.com/office/drawing/2014/main" xmlns="" id="{07C57310-FFF6-C651-5D94-70282D6C3896}"/>
              </a:ext>
            </a:extLst>
          </p:cNvPr>
          <p:cNvSpPr/>
          <p:nvPr/>
        </p:nvSpPr>
        <p:spPr>
          <a:xfrm>
            <a:off x="5976798" y="4770054"/>
            <a:ext cx="5486911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8" name="文字方塊 1">
            <a:extLst>
              <a:ext uri="{FF2B5EF4-FFF2-40B4-BE49-F238E27FC236}">
                <a16:creationId xmlns:a16="http://schemas.microsoft.com/office/drawing/2014/main" xmlns="" id="{887A8847-F8A4-EF01-BF17-C95818EA43C6}"/>
              </a:ext>
            </a:extLst>
          </p:cNvPr>
          <p:cNvSpPr txBox="1"/>
          <p:nvPr/>
        </p:nvSpPr>
        <p:spPr>
          <a:xfrm>
            <a:off x="6281783" y="1993953"/>
            <a:ext cx="5658163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28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rPr lang="zh-TW" altLang="en-US" dirty="0"/>
              <a:t>{{CT7}}</a:t>
            </a:r>
            <a:endParaRPr dirty="0"/>
          </a:p>
        </p:txBody>
      </p:sp>
      <p:sp>
        <p:nvSpPr>
          <p:cNvPr id="39" name="文字方塊 1">
            <a:extLst>
              <a:ext uri="{FF2B5EF4-FFF2-40B4-BE49-F238E27FC236}">
                <a16:creationId xmlns:a16="http://schemas.microsoft.com/office/drawing/2014/main" xmlns="" id="{C159DF6A-F09F-E92B-F80F-BD57032004B2}"/>
              </a:ext>
            </a:extLst>
          </p:cNvPr>
          <p:cNvSpPr txBox="1"/>
          <p:nvPr/>
        </p:nvSpPr>
        <p:spPr>
          <a:xfrm>
            <a:off x="6123439" y="3754389"/>
            <a:ext cx="6137395" cy="460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>
            <a:lvl1pPr defTabSz="1219318">
              <a:defRPr sz="24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endParaRPr lang="zh-TW" altLang="en-US" dirty="0"/>
          </a:p>
        </p:txBody>
      </p:sp>
      <p:sp>
        <p:nvSpPr>
          <p:cNvPr id="40" name="直線單箭頭接點 29">
            <a:extLst>
              <a:ext uri="{FF2B5EF4-FFF2-40B4-BE49-F238E27FC236}">
                <a16:creationId xmlns:a16="http://schemas.microsoft.com/office/drawing/2014/main" xmlns="" id="{FD581968-7466-9E82-1A34-FB54CA1DE996}"/>
              </a:ext>
            </a:extLst>
          </p:cNvPr>
          <p:cNvSpPr/>
          <p:nvPr/>
        </p:nvSpPr>
        <p:spPr>
          <a:xfrm>
            <a:off x="5811585" y="3739640"/>
            <a:ext cx="5486910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1" name="直線單箭頭接點 29">
            <a:extLst>
              <a:ext uri="{FF2B5EF4-FFF2-40B4-BE49-F238E27FC236}">
                <a16:creationId xmlns:a16="http://schemas.microsoft.com/office/drawing/2014/main" xmlns="" id="{3215EE6C-AB6B-F464-7BB7-3378156EE67E}"/>
              </a:ext>
            </a:extLst>
          </p:cNvPr>
          <p:cNvSpPr/>
          <p:nvPr/>
        </p:nvSpPr>
        <p:spPr>
          <a:xfrm>
            <a:off x="5701296" y="2715420"/>
            <a:ext cx="5486910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grpSp>
        <p:nvGrpSpPr>
          <p:cNvPr id="42" name="矩形: 圆角 10">
            <a:extLst>
              <a:ext uri="{FF2B5EF4-FFF2-40B4-BE49-F238E27FC236}">
                <a16:creationId xmlns:a16="http://schemas.microsoft.com/office/drawing/2014/main" xmlns="" id="{F5BEFD9A-27E7-E95C-2FFC-8706CAEA0A23}"/>
              </a:ext>
            </a:extLst>
          </p:cNvPr>
          <p:cNvGrpSpPr/>
          <p:nvPr/>
        </p:nvGrpSpPr>
        <p:grpSpPr>
          <a:xfrm>
            <a:off x="1034272" y="4946209"/>
            <a:ext cx="1906943" cy="746741"/>
            <a:chOff x="0" y="15261"/>
            <a:chExt cx="1906941" cy="746739"/>
          </a:xfrm>
        </p:grpSpPr>
        <p:sp>
          <p:nvSpPr>
            <p:cNvPr id="43" name="圓角矩形">
              <a:extLst>
                <a:ext uri="{FF2B5EF4-FFF2-40B4-BE49-F238E27FC236}">
                  <a16:creationId xmlns:a16="http://schemas.microsoft.com/office/drawing/2014/main" xmlns="" id="{9DBFD8BE-FD0B-A5F9-2B4D-E422CBBA673C}"/>
                </a:ext>
              </a:extLst>
            </p:cNvPr>
            <p:cNvSpPr/>
            <p:nvPr/>
          </p:nvSpPr>
          <p:spPr>
            <a:xfrm>
              <a:off x="0" y="15261"/>
              <a:ext cx="1906941" cy="746739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8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44" name="葉芯寧">
              <a:extLst>
                <a:ext uri="{FF2B5EF4-FFF2-40B4-BE49-F238E27FC236}">
                  <a16:creationId xmlns:a16="http://schemas.microsoft.com/office/drawing/2014/main" xmlns="" id="{8265EFF4-6D12-1913-114A-E3EC7358C154}"/>
                </a:ext>
              </a:extLst>
            </p:cNvPr>
            <p:cNvSpPr txBox="1"/>
            <p:nvPr/>
          </p:nvSpPr>
          <p:spPr>
            <a:xfrm>
              <a:off x="112545" y="18284"/>
              <a:ext cx="1681849" cy="7078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39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rPr lang="zh-TW" altLang="en-US" sz="4000" dirty="0"/>
                <a:t>{{NAME7}}</a:t>
              </a:r>
              <a:endParaRPr lang="en-US" altLang="zh-TW" dirty="0"/>
            </a:p>
          </p:txBody>
        </p:sp>
      </p:grpSp>
      <p:grpSp>
        <p:nvGrpSpPr>
          <p:cNvPr id="45" name="矩形: 圓角 26">
            <a:extLst>
              <a:ext uri="{FF2B5EF4-FFF2-40B4-BE49-F238E27FC236}">
                <a16:creationId xmlns:a16="http://schemas.microsoft.com/office/drawing/2014/main" xmlns="" id="{5FCE554C-55C4-EE72-314A-F6C023034063}"/>
              </a:ext>
            </a:extLst>
          </p:cNvPr>
          <p:cNvGrpSpPr/>
          <p:nvPr/>
        </p:nvGrpSpPr>
        <p:grpSpPr>
          <a:xfrm>
            <a:off x="3812665" y="4806993"/>
            <a:ext cx="2414601" cy="963977"/>
            <a:chOff x="0" y="0"/>
            <a:chExt cx="2414599" cy="963975"/>
          </a:xfrm>
        </p:grpSpPr>
        <p:sp>
          <p:nvSpPr>
            <p:cNvPr id="46" name="圓角矩形">
              <a:extLst>
                <a:ext uri="{FF2B5EF4-FFF2-40B4-BE49-F238E27FC236}">
                  <a16:creationId xmlns:a16="http://schemas.microsoft.com/office/drawing/2014/main" xmlns="" id="{E1F597C1-F40E-8D03-4BD1-943D2E892BC9}"/>
                </a:ext>
              </a:extLst>
            </p:cNvPr>
            <p:cNvSpPr/>
            <p:nvPr/>
          </p:nvSpPr>
          <p:spPr>
            <a:xfrm>
              <a:off x="-1" y="-1"/>
              <a:ext cx="2414600" cy="963976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47" name="需要引薦">
              <a:extLst>
                <a:ext uri="{FF2B5EF4-FFF2-40B4-BE49-F238E27FC236}">
                  <a16:creationId xmlns:a16="http://schemas.microsoft.com/office/drawing/2014/main" xmlns="" id="{E8B5C587-E8C0-EECB-99D3-8617816B1FF0}"/>
                </a:ext>
              </a:extLst>
            </p:cNvPr>
            <p:cNvSpPr txBox="1"/>
            <p:nvPr/>
          </p:nvSpPr>
          <p:spPr>
            <a:xfrm>
              <a:off x="88386" y="226712"/>
              <a:ext cx="2237825" cy="510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引薦人</a:t>
              </a:r>
            </a:p>
          </p:txBody>
        </p:sp>
      </p:grpSp>
      <p:sp>
        <p:nvSpPr>
          <p:cNvPr id="48" name="直線單箭頭接點 29">
            <a:extLst>
              <a:ext uri="{FF2B5EF4-FFF2-40B4-BE49-F238E27FC236}">
                <a16:creationId xmlns:a16="http://schemas.microsoft.com/office/drawing/2014/main" xmlns="" id="{F0E96812-3620-8D16-72ED-F2977DE4A1EF}"/>
              </a:ext>
            </a:extLst>
          </p:cNvPr>
          <p:cNvSpPr/>
          <p:nvPr/>
        </p:nvSpPr>
        <p:spPr>
          <a:xfrm>
            <a:off x="6072449" y="5647117"/>
            <a:ext cx="5486911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9" name="文字方塊 1">
            <a:extLst>
              <a:ext uri="{FF2B5EF4-FFF2-40B4-BE49-F238E27FC236}">
                <a16:creationId xmlns:a16="http://schemas.microsoft.com/office/drawing/2014/main" xmlns="" id="{745AD719-865E-C14C-C28F-A1313298D68A}"/>
              </a:ext>
            </a:extLst>
          </p:cNvPr>
          <p:cNvSpPr txBox="1"/>
          <p:nvPr/>
        </p:nvSpPr>
        <p:spPr>
          <a:xfrm>
            <a:off x="6401439" y="4930100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rPr lang="zh-TW" altLang="en-US" sz="2800" dirty="0"/>
              <a:t>{{INVITER7}}</a:t>
            </a:r>
            <a:endParaRPr lang="zh-TW" altLang="en-US" sz="2800" dirty="0"/>
          </a:p>
        </p:txBody>
      </p:sp>
      <p:grpSp>
        <p:nvGrpSpPr>
          <p:cNvPr id="51" name="群組 25">
            <a:extLst>
              <a:ext uri="{FF2B5EF4-FFF2-40B4-BE49-F238E27FC236}">
                <a16:creationId xmlns:a16="http://schemas.microsoft.com/office/drawing/2014/main" xmlns="" id="{1A7F0755-2ADD-2AB0-9B2C-2F3507CBA336}"/>
              </a:ext>
            </a:extLst>
          </p:cNvPr>
          <p:cNvGrpSpPr/>
          <p:nvPr/>
        </p:nvGrpSpPr>
        <p:grpSpPr>
          <a:xfrm>
            <a:off x="786585" y="178907"/>
            <a:ext cx="10404389" cy="1535422"/>
            <a:chOff x="-2" y="-1"/>
            <a:chExt cx="10404387" cy="1535420"/>
          </a:xfrm>
        </p:grpSpPr>
        <p:sp>
          <p:nvSpPr>
            <p:cNvPr id="52" name="平行四邊形 26">
              <a:extLst>
                <a:ext uri="{FF2B5EF4-FFF2-40B4-BE49-F238E27FC236}">
                  <a16:creationId xmlns:a16="http://schemas.microsoft.com/office/drawing/2014/main" xmlns="" id="{16C039E2-863E-5043-2DB9-AD7E0642FFBF}"/>
                </a:ext>
              </a:extLst>
            </p:cNvPr>
            <p:cNvSpPr/>
            <p:nvPr/>
          </p:nvSpPr>
          <p:spPr>
            <a:xfrm>
              <a:off x="479877" y="191883"/>
              <a:ext cx="9358943" cy="134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775" y="0"/>
                  </a:lnTo>
                  <a:lnTo>
                    <a:pt x="21600" y="0"/>
                  </a:lnTo>
                  <a:lnTo>
                    <a:pt x="20825" y="21600"/>
                  </a:lnTo>
                  <a:close/>
                </a:path>
              </a:pathLst>
            </a:custGeom>
            <a:solidFill>
              <a:srgbClr val="C7C7C7"/>
            </a:solidFill>
            <a:ln w="12700" cap="flat">
              <a:noFill/>
              <a:miter lim="400000"/>
            </a:ln>
            <a:effectLst>
              <a:outerShdw blurRad="76200" dist="37674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19318">
                <a:defRPr sz="24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pPr>
              <a:endParaRPr/>
            </a:p>
          </p:txBody>
        </p:sp>
        <p:sp>
          <p:nvSpPr>
            <p:cNvPr id="53" name="平行四邊形 27">
              <a:extLst>
                <a:ext uri="{FF2B5EF4-FFF2-40B4-BE49-F238E27FC236}">
                  <a16:creationId xmlns:a16="http://schemas.microsoft.com/office/drawing/2014/main" xmlns="" id="{8F0D1D4E-E2AF-B19C-4ECC-4F75921D8D2E}"/>
                </a:ext>
              </a:extLst>
            </p:cNvPr>
            <p:cNvSpPr/>
            <p:nvPr/>
          </p:nvSpPr>
          <p:spPr>
            <a:xfrm>
              <a:off x="-2" y="-1"/>
              <a:ext cx="9024141" cy="134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804" y="0"/>
                  </a:lnTo>
                  <a:lnTo>
                    <a:pt x="21600" y="0"/>
                  </a:lnTo>
                  <a:lnTo>
                    <a:pt x="20796" y="21600"/>
                  </a:lnTo>
                  <a:close/>
                </a:path>
              </a:pathLst>
            </a:custGeom>
            <a:solidFill>
              <a:srgbClr val="CF2031"/>
            </a:solidFill>
            <a:ln w="19050" cap="flat">
              <a:solidFill>
                <a:srgbClr val="CF2031"/>
              </a:solidFill>
              <a:prstDash val="solid"/>
              <a:miter lim="800000"/>
            </a:ln>
            <a:effectLst>
              <a:outerShdw blurRad="76200" dist="37674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19318">
                <a:defRPr sz="24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pPr>
              <a:endParaRPr/>
            </a:p>
          </p:txBody>
        </p:sp>
        <p:sp>
          <p:nvSpPr>
            <p:cNvPr id="54" name="矩形 29">
              <a:extLst>
                <a:ext uri="{FF2B5EF4-FFF2-40B4-BE49-F238E27FC236}">
                  <a16:creationId xmlns:a16="http://schemas.microsoft.com/office/drawing/2014/main" xmlns="" id="{F39CA52A-F7DB-1697-D678-D81663012D45}"/>
                </a:ext>
              </a:extLst>
            </p:cNvPr>
            <p:cNvSpPr txBox="1"/>
            <p:nvPr/>
          </p:nvSpPr>
          <p:spPr>
            <a:xfrm>
              <a:off x="1119243" y="864008"/>
              <a:ext cx="6725891" cy="3312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>
              <a:lvl1pPr defTabSz="1219318">
                <a:defRPr sz="16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r>
                <a:t>WELCOME VISITORS</a:t>
              </a:r>
            </a:p>
          </p:txBody>
        </p:sp>
        <p:grpSp>
          <p:nvGrpSpPr>
            <p:cNvPr id="55" name="橢圓 30">
              <a:extLst>
                <a:ext uri="{FF2B5EF4-FFF2-40B4-BE49-F238E27FC236}">
                  <a16:creationId xmlns:a16="http://schemas.microsoft.com/office/drawing/2014/main" xmlns="" id="{6EB71EE6-6735-14B0-DA9A-EC355F55C01C}"/>
                </a:ext>
              </a:extLst>
            </p:cNvPr>
            <p:cNvGrpSpPr/>
            <p:nvPr/>
          </p:nvGrpSpPr>
          <p:grpSpPr>
            <a:xfrm>
              <a:off x="9169203" y="54000"/>
              <a:ext cx="1235182" cy="1235186"/>
              <a:chOff x="-2" y="-2"/>
              <a:chExt cx="1235181" cy="1235185"/>
            </a:xfrm>
          </p:grpSpPr>
          <p:sp>
            <p:nvSpPr>
              <p:cNvPr id="57" name="圓形">
                <a:extLst>
                  <a:ext uri="{FF2B5EF4-FFF2-40B4-BE49-F238E27FC236}">
                    <a16:creationId xmlns:a16="http://schemas.microsoft.com/office/drawing/2014/main" xmlns="" id="{DC44ACC2-811F-68B6-63B7-C25695ABCC2D}"/>
                  </a:ext>
                </a:extLst>
              </p:cNvPr>
              <p:cNvSpPr/>
              <p:nvPr/>
            </p:nvSpPr>
            <p:spPr>
              <a:xfrm>
                <a:off x="-2" y="-2"/>
                <a:ext cx="1235181" cy="1235185"/>
              </a:xfrm>
              <a:prstGeom prst="ellipse">
                <a:avLst/>
              </a:prstGeom>
              <a:solidFill>
                <a:srgbClr val="CF2031"/>
              </a:solidFill>
              <a:ln w="19050" cap="flat">
                <a:solidFill>
                  <a:srgbClr val="CF2031"/>
                </a:solidFill>
                <a:prstDash val="solid"/>
                <a:miter lim="800000"/>
              </a:ln>
              <a:effectLst>
                <a:outerShdw blurRad="76200" dist="37674" dir="2700000" rotWithShape="0">
                  <a:srgbClr val="000000">
                    <a:alpha val="40000"/>
                  </a:srgbClr>
                </a:outerShdw>
              </a:effectLst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1219318">
                  <a:defRPr sz="3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58" name="02">
                <a:extLst>
                  <a:ext uri="{FF2B5EF4-FFF2-40B4-BE49-F238E27FC236}">
                    <a16:creationId xmlns:a16="http://schemas.microsoft.com/office/drawing/2014/main" xmlns="" id="{BFB696E0-8564-5B33-0B38-FC844FD37BCA}"/>
                  </a:ext>
                </a:extLst>
              </p:cNvPr>
              <p:cNvSpPr txBox="1"/>
              <p:nvPr/>
            </p:nvSpPr>
            <p:spPr>
              <a:xfrm>
                <a:off x="235412" y="325921"/>
                <a:ext cx="764352" cy="58331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4999" tIns="44999" rIns="44999" bIns="44999" numCol="1" anchor="ctr">
                <a:spAutoFit/>
              </a:bodyPr>
              <a:lstStyle>
                <a:lvl1pPr algn="ctr" defTabSz="1219318">
                  <a:defRPr sz="3200" b="1">
                    <a:solidFill>
                      <a:srgbClr val="FFFFFF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defRPr>
                </a:lvl1pPr>
              </a:lstStyle>
              <a:p>
                <a:r>
                  <a:rPr smtClean="0"/>
                  <a:t>0</a:t>
                </a:r>
                <a:r>
                  <a:rPr lang="en-US" smtClean="0"/>
                  <a:t>7</a:t>
                </a:r>
              </a:p>
            </p:txBody>
          </p:sp>
        </p:grpSp>
        <p:sp>
          <p:nvSpPr>
            <p:cNvPr id="56" name="文字方塊 28">
              <a:extLst>
                <a:ext uri="{FF2B5EF4-FFF2-40B4-BE49-F238E27FC236}">
                  <a16:creationId xmlns:a16="http://schemas.microsoft.com/office/drawing/2014/main" xmlns="" id="{FDEB0F6B-5468-4333-0783-0B70F0A918F9}"/>
                </a:ext>
              </a:extLst>
            </p:cNvPr>
            <p:cNvSpPr txBox="1"/>
            <p:nvPr/>
          </p:nvSpPr>
          <p:spPr>
            <a:xfrm>
              <a:off x="1002962" y="96123"/>
              <a:ext cx="7034052" cy="940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>
              <a:lvl1pPr algn="just" defTabSz="1219318">
                <a:defRPr sz="48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r>
                <a:rPr dirty="0"/>
                <a:t>來賓15秒自我介紹</a:t>
              </a:r>
            </a:p>
          </p:txBody>
        </p:sp>
      </p:grpSp>
      <p:sp>
        <p:nvSpPr>
          <p:cNvPr id="50" name="文字方塊 1">
            <a:extLst>
              <a:ext uri="{FF2B5EF4-FFF2-40B4-BE49-F238E27FC236}">
                <a16:creationId xmlns:a16="http://schemas.microsoft.com/office/drawing/2014/main" xmlns="" id="{AEEAD3CC-BFC0-0C12-9D33-83DA249EE6D9}"/>
              </a:ext>
            </a:extLst>
          </p:cNvPr>
          <p:cNvSpPr txBox="1"/>
          <p:nvPr/>
        </p:nvSpPr>
        <p:spPr>
          <a:xfrm>
            <a:off x="6457086" y="4006870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endParaRPr lang="zh-TW" altLang="en-US" sz="2800" dirty="0"/>
          </a:p>
        </p:txBody>
      </p:sp>
      <p:sp>
        <p:nvSpPr>
          <p:cNvPr id="61" name="文字方塊 1">
            <a:extLst>
              <a:ext uri="{FF2B5EF4-FFF2-40B4-BE49-F238E27FC236}">
                <a16:creationId xmlns:a16="http://schemas.microsoft.com/office/drawing/2014/main" xmlns="" id="{1080D13B-346E-6AA5-BA21-6F5E163775B0}"/>
              </a:ext>
            </a:extLst>
          </p:cNvPr>
          <p:cNvSpPr txBox="1"/>
          <p:nvPr/>
        </p:nvSpPr>
        <p:spPr>
          <a:xfrm>
            <a:off x="6338379" y="2953784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r>
              <a:rPr lang="zh-TW" altLang="en-US" sz="2800" dirty="0"/>
              <a:t>{{SERVICE7}}</a:t>
            </a:r>
            <a:endParaRPr lang="zh-TW" altLang="en-US" sz="2800" dirty="0"/>
          </a:p>
        </p:txBody>
      </p:sp>
      <p:sp>
        <p:nvSpPr>
          <p:cNvPr id="3" name="文字方塊 1">
            <a:extLst>
              <a:ext uri="{FF2B5EF4-FFF2-40B4-BE49-F238E27FC236}">
                <a16:creationId xmlns:a16="http://schemas.microsoft.com/office/drawing/2014/main" xmlns="" id="{879A7CB1-DF92-1475-A893-865DBE704EAE}"/>
              </a:ext>
            </a:extLst>
          </p:cNvPr>
          <p:cNvSpPr txBox="1"/>
          <p:nvPr/>
        </p:nvSpPr>
        <p:spPr>
          <a:xfrm>
            <a:off x="6400319" y="3747445"/>
            <a:ext cx="5467425" cy="829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r>
              <a:rPr lang="zh-TW" altLang="en-US" sz="2400" dirty="0"/>
              <a:t>{{SEEKING7}}</a:t>
            </a:r>
            <a:endParaRPr lang="zh-TW" altLang="en-US" sz="2400" dirty="0"/>
          </a:p>
        </p:txBody>
      </p:sp>
      <p:sp>
        <p:nvSpPr>
          <p:cNvPr id="907" name="PhotoBox"/>
          <p:cNvSpPr/>
          <p:nvPr/>
        </p:nvSpPr>
        <p:spPr>
          <a:xfrm>
            <a:off x="936972" y="1585307"/>
            <a:ext cx="2101540" cy="3312245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A6221A"/>
            </a:solidFill>
            <a:prstDash val="dash"/>
          </a:ln>
        </p:spPr>
        <p:txBody>
          <a:bodyPr anchor="ctr"/>
          <a:lstStyle/>
          <a:p>
            <a:pPr algn="ctr"/>
            <a:r>
              <a:rPr lang="zh-TW" sz="1500">
                <a:solidFill>
                  <a:srgbClr val="7A6E5A"/>
                </a:solidFill>
              </a:rPr>
              <a:t>請貼上來賓照片</a:t>
            </a:r>
          </a:p>
          <a:p>
            <a:pPr algn="ctr"/>
            <a:r>
              <a:rPr lang="zh-TW" sz="1100">
                <a:solidFill>
                  <a:srgbClr val="7A6E5A"/>
                </a:solidFill>
              </a:rPr>
              <a:t>(下載後自行貼上)</a:t>
            </a:r>
          </a:p>
        </p:txBody>
      </p:sp>
    </p:spTree>
    <p:extLst>
      <p:ext uri="{BB962C8B-B14F-4D97-AF65-F5344CB8AC3E}">
        <p14:creationId xmlns:p14="http://schemas.microsoft.com/office/powerpoint/2010/main" val="3676949798"/>
      </p:ext>
    </p:extLst>
  </p:cSld>
  <p:clrMapOvr>
    <a:masterClrMapping/>
  </p:clrMapOvr>
</p:sld>
</file>

<file path=ppt/slides/slideG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4C9FC0D-04C7-9CDD-F82E-B9BCA948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矩形 2">
            <a:extLst>
              <a:ext uri="{FF2B5EF4-FFF2-40B4-BE49-F238E27FC236}">
                <a16:creationId xmlns:a16="http://schemas.microsoft.com/office/drawing/2014/main" xmlns="" id="{5D6DAABF-D057-E96D-98C3-C235BE9EAD8D}"/>
              </a:ext>
            </a:extLst>
          </p:cNvPr>
          <p:cNvGrpSpPr/>
          <p:nvPr/>
        </p:nvGrpSpPr>
        <p:grpSpPr>
          <a:xfrm>
            <a:off x="1771191" y="5831987"/>
            <a:ext cx="1178659" cy="383780"/>
            <a:chOff x="-1" y="0"/>
            <a:chExt cx="1178657" cy="383778"/>
          </a:xfrm>
        </p:grpSpPr>
        <p:sp>
          <p:nvSpPr>
            <p:cNvPr id="5" name="矩形">
              <a:extLst>
                <a:ext uri="{FF2B5EF4-FFF2-40B4-BE49-F238E27FC236}">
                  <a16:creationId xmlns:a16="http://schemas.microsoft.com/office/drawing/2014/main" xmlns="" id="{CBC5F700-2CB3-4CA1-6EE6-8B65700EF1F7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" name="金融投資">
              <a:extLst>
                <a:ext uri="{FF2B5EF4-FFF2-40B4-BE49-F238E27FC236}">
                  <a16:creationId xmlns:a16="http://schemas.microsoft.com/office/drawing/2014/main" xmlns="" id="{72175538-B2BE-E4E4-EFD1-C073FD90CEA9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金融投資</a:t>
              </a:r>
            </a:p>
          </p:txBody>
        </p:sp>
      </p:grpSp>
      <p:grpSp>
        <p:nvGrpSpPr>
          <p:cNvPr id="7" name="矩形 2">
            <a:extLst>
              <a:ext uri="{FF2B5EF4-FFF2-40B4-BE49-F238E27FC236}">
                <a16:creationId xmlns:a16="http://schemas.microsoft.com/office/drawing/2014/main" xmlns="" id="{783FA7C6-08B2-D9FF-2FCE-D5F94D8A267E}"/>
              </a:ext>
            </a:extLst>
          </p:cNvPr>
          <p:cNvGrpSpPr/>
          <p:nvPr/>
        </p:nvGrpSpPr>
        <p:grpSpPr>
          <a:xfrm>
            <a:off x="3017511" y="5831987"/>
            <a:ext cx="1178659" cy="383780"/>
            <a:chOff x="-1" y="0"/>
            <a:chExt cx="1178657" cy="383778"/>
          </a:xfrm>
        </p:grpSpPr>
        <p:sp>
          <p:nvSpPr>
            <p:cNvPr id="8" name="矩形">
              <a:extLst>
                <a:ext uri="{FF2B5EF4-FFF2-40B4-BE49-F238E27FC236}">
                  <a16:creationId xmlns:a16="http://schemas.microsoft.com/office/drawing/2014/main" xmlns="" id="{737BE9B1-C068-8950-4AAE-8AB5380957B8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" name="品牌推廣">
              <a:extLst>
                <a:ext uri="{FF2B5EF4-FFF2-40B4-BE49-F238E27FC236}">
                  <a16:creationId xmlns:a16="http://schemas.microsoft.com/office/drawing/2014/main" xmlns="" id="{4F1669A1-5291-9DEC-1BE9-D1BB03174833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品牌推廣</a:t>
              </a:r>
            </a:p>
          </p:txBody>
        </p:sp>
      </p:grpSp>
      <p:grpSp>
        <p:nvGrpSpPr>
          <p:cNvPr id="10" name="矩形 2">
            <a:extLst>
              <a:ext uri="{FF2B5EF4-FFF2-40B4-BE49-F238E27FC236}">
                <a16:creationId xmlns:a16="http://schemas.microsoft.com/office/drawing/2014/main" xmlns="" id="{7FAF0CBB-E577-255F-C8AA-C2D59E1813CD}"/>
              </a:ext>
            </a:extLst>
          </p:cNvPr>
          <p:cNvGrpSpPr/>
          <p:nvPr/>
        </p:nvGrpSpPr>
        <p:grpSpPr>
          <a:xfrm>
            <a:off x="4254469" y="5831987"/>
            <a:ext cx="1178659" cy="383780"/>
            <a:chOff x="-1" y="0"/>
            <a:chExt cx="1178657" cy="383778"/>
          </a:xfrm>
        </p:grpSpPr>
        <p:sp>
          <p:nvSpPr>
            <p:cNvPr id="11" name="矩形">
              <a:extLst>
                <a:ext uri="{FF2B5EF4-FFF2-40B4-BE49-F238E27FC236}">
                  <a16:creationId xmlns:a16="http://schemas.microsoft.com/office/drawing/2014/main" xmlns="" id="{2C0E2AA6-3245-4DB6-A9E9-C968D2A7D580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2" name="商業服務">
              <a:extLst>
                <a:ext uri="{FF2B5EF4-FFF2-40B4-BE49-F238E27FC236}">
                  <a16:creationId xmlns:a16="http://schemas.microsoft.com/office/drawing/2014/main" xmlns="" id="{A10E25BF-C5DF-E231-42AC-12B9467FB38D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商業服務</a:t>
              </a:r>
            </a:p>
          </p:txBody>
        </p:sp>
      </p:grpSp>
      <p:grpSp>
        <p:nvGrpSpPr>
          <p:cNvPr id="13" name="矩形 2">
            <a:extLst>
              <a:ext uri="{FF2B5EF4-FFF2-40B4-BE49-F238E27FC236}">
                <a16:creationId xmlns:a16="http://schemas.microsoft.com/office/drawing/2014/main" xmlns="" id="{642D1255-5A24-91AA-33D6-7DCA2C8AA973}"/>
              </a:ext>
            </a:extLst>
          </p:cNvPr>
          <p:cNvGrpSpPr/>
          <p:nvPr/>
        </p:nvGrpSpPr>
        <p:grpSpPr>
          <a:xfrm>
            <a:off x="5491428" y="5831987"/>
            <a:ext cx="1178656" cy="383780"/>
            <a:chOff x="-1" y="0"/>
            <a:chExt cx="1178654" cy="383778"/>
          </a:xfrm>
        </p:grpSpPr>
        <p:sp>
          <p:nvSpPr>
            <p:cNvPr id="14" name="矩形">
              <a:extLst>
                <a:ext uri="{FF2B5EF4-FFF2-40B4-BE49-F238E27FC236}">
                  <a16:creationId xmlns:a16="http://schemas.microsoft.com/office/drawing/2014/main" xmlns="" id="{9D12C0D3-B366-1864-B7C7-05C6882668F5}"/>
                </a:ext>
              </a:extLst>
            </p:cNvPr>
            <p:cNvSpPr/>
            <p:nvPr/>
          </p:nvSpPr>
          <p:spPr>
            <a:xfrm>
              <a:off x="-2" y="-1"/>
              <a:ext cx="1178656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" name="醫療健康">
              <a:extLst>
                <a:ext uri="{FF2B5EF4-FFF2-40B4-BE49-F238E27FC236}">
                  <a16:creationId xmlns:a16="http://schemas.microsoft.com/office/drawing/2014/main" xmlns="" id="{F5CF93FC-3C84-1AA2-C15D-7A10D1878C5B}"/>
                </a:ext>
              </a:extLst>
            </p:cNvPr>
            <p:cNvSpPr txBox="1"/>
            <p:nvPr/>
          </p:nvSpPr>
          <p:spPr>
            <a:xfrm>
              <a:off x="54526" y="7185"/>
              <a:ext cx="1069601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醫療健康</a:t>
              </a:r>
            </a:p>
          </p:txBody>
        </p:sp>
      </p:grpSp>
      <p:grpSp>
        <p:nvGrpSpPr>
          <p:cNvPr id="16" name="矩形 2">
            <a:extLst>
              <a:ext uri="{FF2B5EF4-FFF2-40B4-BE49-F238E27FC236}">
                <a16:creationId xmlns:a16="http://schemas.microsoft.com/office/drawing/2014/main" xmlns="" id="{E36532E3-06CB-6256-CEAE-03233547F4FB}"/>
              </a:ext>
            </a:extLst>
          </p:cNvPr>
          <p:cNvGrpSpPr/>
          <p:nvPr/>
        </p:nvGrpSpPr>
        <p:grpSpPr>
          <a:xfrm>
            <a:off x="6728750" y="5831987"/>
            <a:ext cx="1178659" cy="383780"/>
            <a:chOff x="-1" y="0"/>
            <a:chExt cx="1178657" cy="383778"/>
          </a:xfrm>
        </p:grpSpPr>
        <p:sp>
          <p:nvSpPr>
            <p:cNvPr id="17" name="矩形">
              <a:extLst>
                <a:ext uri="{FF2B5EF4-FFF2-40B4-BE49-F238E27FC236}">
                  <a16:creationId xmlns:a16="http://schemas.microsoft.com/office/drawing/2014/main" xmlns="" id="{2AC36A8F-B16F-8E8C-0EDC-1AFEA896E0D9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8" name="食品餐飲">
              <a:extLst>
                <a:ext uri="{FF2B5EF4-FFF2-40B4-BE49-F238E27FC236}">
                  <a16:creationId xmlns:a16="http://schemas.microsoft.com/office/drawing/2014/main" xmlns="" id="{DF4543CD-11F2-22CE-1A53-24DBE70CDE10}"/>
                </a:ext>
              </a:extLst>
            </p:cNvPr>
            <p:cNvSpPr txBox="1"/>
            <p:nvPr/>
          </p:nvSpPr>
          <p:spPr>
            <a:xfrm>
              <a:off x="54528" y="7185"/>
              <a:ext cx="1069603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食品餐飲</a:t>
              </a:r>
            </a:p>
          </p:txBody>
        </p:sp>
      </p:grpSp>
      <p:grpSp>
        <p:nvGrpSpPr>
          <p:cNvPr id="19" name="矩形 2">
            <a:extLst>
              <a:ext uri="{FF2B5EF4-FFF2-40B4-BE49-F238E27FC236}">
                <a16:creationId xmlns:a16="http://schemas.microsoft.com/office/drawing/2014/main" xmlns="" id="{D1AC1ED6-DA3D-795A-B487-485A1CFCE0F1}"/>
              </a:ext>
            </a:extLst>
          </p:cNvPr>
          <p:cNvGrpSpPr/>
          <p:nvPr/>
        </p:nvGrpSpPr>
        <p:grpSpPr>
          <a:xfrm>
            <a:off x="7965711" y="5831987"/>
            <a:ext cx="1178659" cy="383780"/>
            <a:chOff x="-1" y="0"/>
            <a:chExt cx="1178657" cy="383778"/>
          </a:xfrm>
        </p:grpSpPr>
        <p:sp>
          <p:nvSpPr>
            <p:cNvPr id="20" name="矩形">
              <a:extLst>
                <a:ext uri="{FF2B5EF4-FFF2-40B4-BE49-F238E27FC236}">
                  <a16:creationId xmlns:a16="http://schemas.microsoft.com/office/drawing/2014/main" xmlns="" id="{374F9E01-9666-70B5-1726-22E3F7A3F79D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1" name="時尚生活">
              <a:extLst>
                <a:ext uri="{FF2B5EF4-FFF2-40B4-BE49-F238E27FC236}">
                  <a16:creationId xmlns:a16="http://schemas.microsoft.com/office/drawing/2014/main" xmlns="" id="{14475685-DEB0-11B7-4666-781CD69C5AAA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時尚生活</a:t>
              </a:r>
            </a:p>
          </p:txBody>
        </p:sp>
      </p:grpSp>
      <p:grpSp>
        <p:nvGrpSpPr>
          <p:cNvPr id="22" name="矩形 2">
            <a:extLst>
              <a:ext uri="{FF2B5EF4-FFF2-40B4-BE49-F238E27FC236}">
                <a16:creationId xmlns:a16="http://schemas.microsoft.com/office/drawing/2014/main" xmlns="" id="{D57A40FB-9FD5-AF5C-B247-9D45094F0ACC}"/>
              </a:ext>
            </a:extLst>
          </p:cNvPr>
          <p:cNvGrpSpPr/>
          <p:nvPr/>
        </p:nvGrpSpPr>
        <p:grpSpPr>
          <a:xfrm>
            <a:off x="9203030" y="5831987"/>
            <a:ext cx="1456576" cy="383780"/>
            <a:chOff x="0" y="0"/>
            <a:chExt cx="1456574" cy="383778"/>
          </a:xfrm>
        </p:grpSpPr>
        <p:sp>
          <p:nvSpPr>
            <p:cNvPr id="23" name="矩形">
              <a:extLst>
                <a:ext uri="{FF2B5EF4-FFF2-40B4-BE49-F238E27FC236}">
                  <a16:creationId xmlns:a16="http://schemas.microsoft.com/office/drawing/2014/main" xmlns="" id="{D5FDBC8C-7C5A-7DCD-F277-4A74DC67413C}"/>
                </a:ext>
              </a:extLst>
            </p:cNvPr>
            <p:cNvSpPr/>
            <p:nvPr/>
          </p:nvSpPr>
          <p:spPr>
            <a:xfrm>
              <a:off x="-1" y="-1"/>
              <a:ext cx="1456575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4" name="商品規劃包裝">
              <a:extLst>
                <a:ext uri="{FF2B5EF4-FFF2-40B4-BE49-F238E27FC236}">
                  <a16:creationId xmlns:a16="http://schemas.microsoft.com/office/drawing/2014/main" xmlns="" id="{69932356-4EBD-8211-99F8-1862A49945BF}"/>
                </a:ext>
              </a:extLst>
            </p:cNvPr>
            <p:cNvSpPr txBox="1"/>
            <p:nvPr/>
          </p:nvSpPr>
          <p:spPr>
            <a:xfrm>
              <a:off x="54525" y="7185"/>
              <a:ext cx="1347524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商品規劃包裝</a:t>
              </a:r>
            </a:p>
          </p:txBody>
        </p:sp>
      </p:grpSp>
      <p:grpSp>
        <p:nvGrpSpPr>
          <p:cNvPr id="25" name="矩形 2">
            <a:extLst>
              <a:ext uri="{FF2B5EF4-FFF2-40B4-BE49-F238E27FC236}">
                <a16:creationId xmlns:a16="http://schemas.microsoft.com/office/drawing/2014/main" xmlns="" id="{86D65167-FCDD-6DA3-150E-9B2E76978415}"/>
              </a:ext>
            </a:extLst>
          </p:cNvPr>
          <p:cNvGrpSpPr/>
          <p:nvPr/>
        </p:nvGrpSpPr>
        <p:grpSpPr>
          <a:xfrm>
            <a:off x="10708909" y="5831987"/>
            <a:ext cx="1384577" cy="383780"/>
            <a:chOff x="-1" y="0"/>
            <a:chExt cx="1384576" cy="383778"/>
          </a:xfrm>
        </p:grpSpPr>
        <p:sp>
          <p:nvSpPr>
            <p:cNvPr id="26" name="矩形">
              <a:extLst>
                <a:ext uri="{FF2B5EF4-FFF2-40B4-BE49-F238E27FC236}">
                  <a16:creationId xmlns:a16="http://schemas.microsoft.com/office/drawing/2014/main" xmlns="" id="{17F8C02D-C443-33B9-8F9D-9CBE3C9CFCA0}"/>
                </a:ext>
              </a:extLst>
            </p:cNvPr>
            <p:cNvSpPr/>
            <p:nvPr/>
          </p:nvSpPr>
          <p:spPr>
            <a:xfrm>
              <a:off x="-2" y="-1"/>
              <a:ext cx="1384577" cy="383780"/>
            </a:xfrm>
            <a:prstGeom prst="rect">
              <a:avLst/>
            </a:prstGeom>
            <a:solidFill>
              <a:srgbClr val="00B05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7" name="參訪來賓">
              <a:extLst>
                <a:ext uri="{FF2B5EF4-FFF2-40B4-BE49-F238E27FC236}">
                  <a16:creationId xmlns:a16="http://schemas.microsoft.com/office/drawing/2014/main" xmlns="" id="{AE141260-B956-1BD4-55F8-93AE6D1B1222}"/>
                </a:ext>
              </a:extLst>
            </p:cNvPr>
            <p:cNvSpPr txBox="1"/>
            <p:nvPr/>
          </p:nvSpPr>
          <p:spPr>
            <a:xfrm>
              <a:off x="45002" y="7185"/>
              <a:ext cx="1294575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參訪來賓</a:t>
              </a:r>
            </a:p>
          </p:txBody>
        </p:sp>
      </p:grpSp>
      <p:grpSp>
        <p:nvGrpSpPr>
          <p:cNvPr id="28" name="矩形: 圓角 19">
            <a:extLst>
              <a:ext uri="{FF2B5EF4-FFF2-40B4-BE49-F238E27FC236}">
                <a16:creationId xmlns:a16="http://schemas.microsoft.com/office/drawing/2014/main" xmlns="" id="{80EC3EEC-320C-48F5-19EA-EDFBFD775664}"/>
              </a:ext>
            </a:extLst>
          </p:cNvPr>
          <p:cNvGrpSpPr/>
          <p:nvPr/>
        </p:nvGrpSpPr>
        <p:grpSpPr>
          <a:xfrm>
            <a:off x="3773055" y="1822260"/>
            <a:ext cx="2431568" cy="970750"/>
            <a:chOff x="0" y="0"/>
            <a:chExt cx="2431566" cy="970748"/>
          </a:xfrm>
        </p:grpSpPr>
        <p:sp>
          <p:nvSpPr>
            <p:cNvPr id="29" name="圓角矩形">
              <a:extLst>
                <a:ext uri="{FF2B5EF4-FFF2-40B4-BE49-F238E27FC236}">
                  <a16:creationId xmlns:a16="http://schemas.microsoft.com/office/drawing/2014/main" xmlns="" id="{3A345DC8-D17A-6BB1-00B0-5F7F5785ABFD}"/>
                </a:ext>
              </a:extLst>
            </p:cNvPr>
            <p:cNvSpPr/>
            <p:nvPr/>
          </p:nvSpPr>
          <p:spPr>
            <a:xfrm>
              <a:off x="-1" y="-1"/>
              <a:ext cx="2431567" cy="970749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0" name="公司名稱…">
              <a:extLst>
                <a:ext uri="{FF2B5EF4-FFF2-40B4-BE49-F238E27FC236}">
                  <a16:creationId xmlns:a16="http://schemas.microsoft.com/office/drawing/2014/main" xmlns="" id="{640E4531-6A68-617A-5143-02C5B623F5CF}"/>
                </a:ext>
              </a:extLst>
            </p:cNvPr>
            <p:cNvSpPr txBox="1"/>
            <p:nvPr/>
          </p:nvSpPr>
          <p:spPr>
            <a:xfrm>
              <a:off x="88351" y="59369"/>
              <a:ext cx="2254860" cy="8519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r>
                <a:rPr dirty="0" err="1"/>
                <a:t>公司名稱</a:t>
              </a:r>
              <a:endParaRPr dirty="0"/>
            </a:p>
            <a:p>
              <a: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r>
                <a:rPr dirty="0" err="1"/>
                <a:t>職務名稱</a:t>
              </a:r>
              <a:endParaRPr dirty="0"/>
            </a:p>
          </p:txBody>
        </p:sp>
      </p:grpSp>
      <p:grpSp>
        <p:nvGrpSpPr>
          <p:cNvPr id="31" name="矩形: 圓角 25">
            <a:extLst>
              <a:ext uri="{FF2B5EF4-FFF2-40B4-BE49-F238E27FC236}">
                <a16:creationId xmlns:a16="http://schemas.microsoft.com/office/drawing/2014/main" xmlns="" id="{DE62D0C2-76AA-F83C-C1F7-A1497EF6171F}"/>
              </a:ext>
            </a:extLst>
          </p:cNvPr>
          <p:cNvGrpSpPr/>
          <p:nvPr/>
        </p:nvGrpSpPr>
        <p:grpSpPr>
          <a:xfrm>
            <a:off x="3782098" y="2818471"/>
            <a:ext cx="2413481" cy="963529"/>
            <a:chOff x="0" y="-1"/>
            <a:chExt cx="2413480" cy="963528"/>
          </a:xfrm>
        </p:grpSpPr>
        <p:sp>
          <p:nvSpPr>
            <p:cNvPr id="32" name="圓角矩形">
              <a:extLst>
                <a:ext uri="{FF2B5EF4-FFF2-40B4-BE49-F238E27FC236}">
                  <a16:creationId xmlns:a16="http://schemas.microsoft.com/office/drawing/2014/main" xmlns="" id="{33F9D984-0491-C7AE-94B6-008944DB26A6}"/>
                </a:ext>
              </a:extLst>
            </p:cNvPr>
            <p:cNvSpPr/>
            <p:nvPr/>
          </p:nvSpPr>
          <p:spPr>
            <a:xfrm>
              <a:off x="-1" y="-2"/>
              <a:ext cx="2413481" cy="963530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3" name="服務項目">
              <a:extLst>
                <a:ext uri="{FF2B5EF4-FFF2-40B4-BE49-F238E27FC236}">
                  <a16:creationId xmlns:a16="http://schemas.microsoft.com/office/drawing/2014/main" xmlns="" id="{51876C5B-1C19-2987-7D9A-D2B2E9C25AED}"/>
                </a:ext>
              </a:extLst>
            </p:cNvPr>
            <p:cNvSpPr txBox="1"/>
            <p:nvPr/>
          </p:nvSpPr>
          <p:spPr>
            <a:xfrm>
              <a:off x="88345" y="245538"/>
              <a:ext cx="2236788" cy="472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服務項目</a:t>
              </a:r>
            </a:p>
          </p:txBody>
        </p:sp>
      </p:grpSp>
      <p:grpSp>
        <p:nvGrpSpPr>
          <p:cNvPr id="34" name="矩形: 圓角 26">
            <a:extLst>
              <a:ext uri="{FF2B5EF4-FFF2-40B4-BE49-F238E27FC236}">
                <a16:creationId xmlns:a16="http://schemas.microsoft.com/office/drawing/2014/main" xmlns="" id="{D73FE79E-F307-118F-A738-2A317BB9BD45}"/>
              </a:ext>
            </a:extLst>
          </p:cNvPr>
          <p:cNvGrpSpPr/>
          <p:nvPr/>
        </p:nvGrpSpPr>
        <p:grpSpPr>
          <a:xfrm>
            <a:off x="3812665" y="3815705"/>
            <a:ext cx="2413481" cy="963530"/>
            <a:chOff x="-1" y="-1"/>
            <a:chExt cx="2413480" cy="963528"/>
          </a:xfrm>
        </p:grpSpPr>
        <p:sp>
          <p:nvSpPr>
            <p:cNvPr id="35" name="圓角矩形">
              <a:extLst>
                <a:ext uri="{FF2B5EF4-FFF2-40B4-BE49-F238E27FC236}">
                  <a16:creationId xmlns:a16="http://schemas.microsoft.com/office/drawing/2014/main" xmlns="" id="{89803A57-7F08-979B-D3F4-4D030A083EBE}"/>
                </a:ext>
              </a:extLst>
            </p:cNvPr>
            <p:cNvSpPr/>
            <p:nvPr/>
          </p:nvSpPr>
          <p:spPr>
            <a:xfrm>
              <a:off x="-2" y="-2"/>
              <a:ext cx="2413482" cy="963530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6" name="需要引薦">
              <a:extLst>
                <a:ext uri="{FF2B5EF4-FFF2-40B4-BE49-F238E27FC236}">
                  <a16:creationId xmlns:a16="http://schemas.microsoft.com/office/drawing/2014/main" xmlns="" id="{3541D158-AB5C-C676-2D18-E5CA5F36210E}"/>
                </a:ext>
              </a:extLst>
            </p:cNvPr>
            <p:cNvSpPr txBox="1"/>
            <p:nvPr/>
          </p:nvSpPr>
          <p:spPr>
            <a:xfrm>
              <a:off x="88345" y="226489"/>
              <a:ext cx="2236786" cy="510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需要引薦</a:t>
              </a:r>
            </a:p>
          </p:txBody>
        </p:sp>
      </p:grpSp>
      <p:sp>
        <p:nvSpPr>
          <p:cNvPr id="37" name="直線單箭頭接點 29">
            <a:extLst>
              <a:ext uri="{FF2B5EF4-FFF2-40B4-BE49-F238E27FC236}">
                <a16:creationId xmlns:a16="http://schemas.microsoft.com/office/drawing/2014/main" xmlns="" id="{07C57310-FFF6-C651-5D94-70282D6C3896}"/>
              </a:ext>
            </a:extLst>
          </p:cNvPr>
          <p:cNvSpPr/>
          <p:nvPr/>
        </p:nvSpPr>
        <p:spPr>
          <a:xfrm>
            <a:off x="5976798" y="4770054"/>
            <a:ext cx="5486911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8" name="文字方塊 1">
            <a:extLst>
              <a:ext uri="{FF2B5EF4-FFF2-40B4-BE49-F238E27FC236}">
                <a16:creationId xmlns:a16="http://schemas.microsoft.com/office/drawing/2014/main" xmlns="" id="{887A8847-F8A4-EF01-BF17-C95818EA43C6}"/>
              </a:ext>
            </a:extLst>
          </p:cNvPr>
          <p:cNvSpPr txBox="1"/>
          <p:nvPr/>
        </p:nvSpPr>
        <p:spPr>
          <a:xfrm>
            <a:off x="6281783" y="1993953"/>
            <a:ext cx="5658163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28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rPr lang="zh-TW" altLang="en-US" dirty="0"/>
              <a:t>{{CT8}}</a:t>
            </a:r>
            <a:endParaRPr dirty="0"/>
          </a:p>
        </p:txBody>
      </p:sp>
      <p:sp>
        <p:nvSpPr>
          <p:cNvPr id="39" name="文字方塊 1">
            <a:extLst>
              <a:ext uri="{FF2B5EF4-FFF2-40B4-BE49-F238E27FC236}">
                <a16:creationId xmlns:a16="http://schemas.microsoft.com/office/drawing/2014/main" xmlns="" id="{C159DF6A-F09F-E92B-F80F-BD57032004B2}"/>
              </a:ext>
            </a:extLst>
          </p:cNvPr>
          <p:cNvSpPr txBox="1"/>
          <p:nvPr/>
        </p:nvSpPr>
        <p:spPr>
          <a:xfrm>
            <a:off x="6123439" y="3754389"/>
            <a:ext cx="6137395" cy="460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>
            <a:lvl1pPr defTabSz="1219318">
              <a:defRPr sz="24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endParaRPr lang="zh-TW" altLang="en-US" dirty="0"/>
          </a:p>
        </p:txBody>
      </p:sp>
      <p:sp>
        <p:nvSpPr>
          <p:cNvPr id="40" name="直線單箭頭接點 29">
            <a:extLst>
              <a:ext uri="{FF2B5EF4-FFF2-40B4-BE49-F238E27FC236}">
                <a16:creationId xmlns:a16="http://schemas.microsoft.com/office/drawing/2014/main" xmlns="" id="{FD581968-7466-9E82-1A34-FB54CA1DE996}"/>
              </a:ext>
            </a:extLst>
          </p:cNvPr>
          <p:cNvSpPr/>
          <p:nvPr/>
        </p:nvSpPr>
        <p:spPr>
          <a:xfrm>
            <a:off x="5811585" y="3739640"/>
            <a:ext cx="5486910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1" name="直線單箭頭接點 29">
            <a:extLst>
              <a:ext uri="{FF2B5EF4-FFF2-40B4-BE49-F238E27FC236}">
                <a16:creationId xmlns:a16="http://schemas.microsoft.com/office/drawing/2014/main" xmlns="" id="{3215EE6C-AB6B-F464-7BB7-3378156EE67E}"/>
              </a:ext>
            </a:extLst>
          </p:cNvPr>
          <p:cNvSpPr/>
          <p:nvPr/>
        </p:nvSpPr>
        <p:spPr>
          <a:xfrm>
            <a:off x="5701296" y="2715420"/>
            <a:ext cx="5486910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grpSp>
        <p:nvGrpSpPr>
          <p:cNvPr id="42" name="矩形: 圆角 10">
            <a:extLst>
              <a:ext uri="{FF2B5EF4-FFF2-40B4-BE49-F238E27FC236}">
                <a16:creationId xmlns:a16="http://schemas.microsoft.com/office/drawing/2014/main" xmlns="" id="{F5BEFD9A-27E7-E95C-2FFC-8706CAEA0A23}"/>
              </a:ext>
            </a:extLst>
          </p:cNvPr>
          <p:cNvGrpSpPr/>
          <p:nvPr/>
        </p:nvGrpSpPr>
        <p:grpSpPr>
          <a:xfrm>
            <a:off x="1034272" y="4946209"/>
            <a:ext cx="1906943" cy="746741"/>
            <a:chOff x="0" y="15261"/>
            <a:chExt cx="1906941" cy="746739"/>
          </a:xfrm>
        </p:grpSpPr>
        <p:sp>
          <p:nvSpPr>
            <p:cNvPr id="43" name="圓角矩形">
              <a:extLst>
                <a:ext uri="{FF2B5EF4-FFF2-40B4-BE49-F238E27FC236}">
                  <a16:creationId xmlns:a16="http://schemas.microsoft.com/office/drawing/2014/main" xmlns="" id="{9DBFD8BE-FD0B-A5F9-2B4D-E422CBBA673C}"/>
                </a:ext>
              </a:extLst>
            </p:cNvPr>
            <p:cNvSpPr/>
            <p:nvPr/>
          </p:nvSpPr>
          <p:spPr>
            <a:xfrm>
              <a:off x="0" y="15261"/>
              <a:ext cx="1906941" cy="746739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8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44" name="葉芯寧">
              <a:extLst>
                <a:ext uri="{FF2B5EF4-FFF2-40B4-BE49-F238E27FC236}">
                  <a16:creationId xmlns:a16="http://schemas.microsoft.com/office/drawing/2014/main" xmlns="" id="{8265EFF4-6D12-1913-114A-E3EC7358C154}"/>
                </a:ext>
              </a:extLst>
            </p:cNvPr>
            <p:cNvSpPr txBox="1"/>
            <p:nvPr/>
          </p:nvSpPr>
          <p:spPr>
            <a:xfrm>
              <a:off x="112545" y="18284"/>
              <a:ext cx="1681849" cy="7078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39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rPr lang="zh-TW" altLang="en-US" sz="4000" dirty="0"/>
                <a:t>{{NAME8}}</a:t>
              </a:r>
              <a:endParaRPr lang="en-US" altLang="zh-TW" dirty="0"/>
            </a:p>
          </p:txBody>
        </p:sp>
      </p:grpSp>
      <p:grpSp>
        <p:nvGrpSpPr>
          <p:cNvPr id="45" name="矩形: 圓角 26">
            <a:extLst>
              <a:ext uri="{FF2B5EF4-FFF2-40B4-BE49-F238E27FC236}">
                <a16:creationId xmlns:a16="http://schemas.microsoft.com/office/drawing/2014/main" xmlns="" id="{5FCE554C-55C4-EE72-314A-F6C023034063}"/>
              </a:ext>
            </a:extLst>
          </p:cNvPr>
          <p:cNvGrpSpPr/>
          <p:nvPr/>
        </p:nvGrpSpPr>
        <p:grpSpPr>
          <a:xfrm>
            <a:off x="3812665" y="4806993"/>
            <a:ext cx="2414601" cy="963977"/>
            <a:chOff x="0" y="0"/>
            <a:chExt cx="2414599" cy="963975"/>
          </a:xfrm>
        </p:grpSpPr>
        <p:sp>
          <p:nvSpPr>
            <p:cNvPr id="46" name="圓角矩形">
              <a:extLst>
                <a:ext uri="{FF2B5EF4-FFF2-40B4-BE49-F238E27FC236}">
                  <a16:creationId xmlns:a16="http://schemas.microsoft.com/office/drawing/2014/main" xmlns="" id="{E1F597C1-F40E-8D03-4BD1-943D2E892BC9}"/>
                </a:ext>
              </a:extLst>
            </p:cNvPr>
            <p:cNvSpPr/>
            <p:nvPr/>
          </p:nvSpPr>
          <p:spPr>
            <a:xfrm>
              <a:off x="-1" y="-1"/>
              <a:ext cx="2414600" cy="963976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47" name="需要引薦">
              <a:extLst>
                <a:ext uri="{FF2B5EF4-FFF2-40B4-BE49-F238E27FC236}">
                  <a16:creationId xmlns:a16="http://schemas.microsoft.com/office/drawing/2014/main" xmlns="" id="{E8B5C587-E8C0-EECB-99D3-8617816B1FF0}"/>
                </a:ext>
              </a:extLst>
            </p:cNvPr>
            <p:cNvSpPr txBox="1"/>
            <p:nvPr/>
          </p:nvSpPr>
          <p:spPr>
            <a:xfrm>
              <a:off x="88386" y="226712"/>
              <a:ext cx="2237825" cy="510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引薦人</a:t>
              </a:r>
            </a:p>
          </p:txBody>
        </p:sp>
      </p:grpSp>
      <p:sp>
        <p:nvSpPr>
          <p:cNvPr id="48" name="直線單箭頭接點 29">
            <a:extLst>
              <a:ext uri="{FF2B5EF4-FFF2-40B4-BE49-F238E27FC236}">
                <a16:creationId xmlns:a16="http://schemas.microsoft.com/office/drawing/2014/main" xmlns="" id="{F0E96812-3620-8D16-72ED-F2977DE4A1EF}"/>
              </a:ext>
            </a:extLst>
          </p:cNvPr>
          <p:cNvSpPr/>
          <p:nvPr/>
        </p:nvSpPr>
        <p:spPr>
          <a:xfrm>
            <a:off x="6072449" y="5647117"/>
            <a:ext cx="5486911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9" name="文字方塊 1">
            <a:extLst>
              <a:ext uri="{FF2B5EF4-FFF2-40B4-BE49-F238E27FC236}">
                <a16:creationId xmlns:a16="http://schemas.microsoft.com/office/drawing/2014/main" xmlns="" id="{745AD719-865E-C14C-C28F-A1313298D68A}"/>
              </a:ext>
            </a:extLst>
          </p:cNvPr>
          <p:cNvSpPr txBox="1"/>
          <p:nvPr/>
        </p:nvSpPr>
        <p:spPr>
          <a:xfrm>
            <a:off x="6401439" y="4930100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rPr lang="zh-TW" altLang="en-US" sz="2800" dirty="0"/>
              <a:t>{{INVITER8}}</a:t>
            </a:r>
            <a:endParaRPr lang="zh-TW" altLang="en-US" sz="2800" dirty="0"/>
          </a:p>
        </p:txBody>
      </p:sp>
      <p:grpSp>
        <p:nvGrpSpPr>
          <p:cNvPr id="51" name="群組 25">
            <a:extLst>
              <a:ext uri="{FF2B5EF4-FFF2-40B4-BE49-F238E27FC236}">
                <a16:creationId xmlns:a16="http://schemas.microsoft.com/office/drawing/2014/main" xmlns="" id="{1A7F0755-2ADD-2AB0-9B2C-2F3507CBA336}"/>
              </a:ext>
            </a:extLst>
          </p:cNvPr>
          <p:cNvGrpSpPr/>
          <p:nvPr/>
        </p:nvGrpSpPr>
        <p:grpSpPr>
          <a:xfrm>
            <a:off x="786585" y="178907"/>
            <a:ext cx="10404389" cy="1535422"/>
            <a:chOff x="-2" y="-1"/>
            <a:chExt cx="10404387" cy="1535420"/>
          </a:xfrm>
        </p:grpSpPr>
        <p:sp>
          <p:nvSpPr>
            <p:cNvPr id="52" name="平行四邊形 26">
              <a:extLst>
                <a:ext uri="{FF2B5EF4-FFF2-40B4-BE49-F238E27FC236}">
                  <a16:creationId xmlns:a16="http://schemas.microsoft.com/office/drawing/2014/main" xmlns="" id="{16C039E2-863E-5043-2DB9-AD7E0642FFBF}"/>
                </a:ext>
              </a:extLst>
            </p:cNvPr>
            <p:cNvSpPr/>
            <p:nvPr/>
          </p:nvSpPr>
          <p:spPr>
            <a:xfrm>
              <a:off x="479877" y="191883"/>
              <a:ext cx="9358943" cy="134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775" y="0"/>
                  </a:lnTo>
                  <a:lnTo>
                    <a:pt x="21600" y="0"/>
                  </a:lnTo>
                  <a:lnTo>
                    <a:pt x="20825" y="21600"/>
                  </a:lnTo>
                  <a:close/>
                </a:path>
              </a:pathLst>
            </a:custGeom>
            <a:solidFill>
              <a:srgbClr val="C7C7C7"/>
            </a:solidFill>
            <a:ln w="12700" cap="flat">
              <a:noFill/>
              <a:miter lim="400000"/>
            </a:ln>
            <a:effectLst>
              <a:outerShdw blurRad="76200" dist="37674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19318">
                <a:defRPr sz="24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pPr>
              <a:endParaRPr/>
            </a:p>
          </p:txBody>
        </p:sp>
        <p:sp>
          <p:nvSpPr>
            <p:cNvPr id="53" name="平行四邊形 27">
              <a:extLst>
                <a:ext uri="{FF2B5EF4-FFF2-40B4-BE49-F238E27FC236}">
                  <a16:creationId xmlns:a16="http://schemas.microsoft.com/office/drawing/2014/main" xmlns="" id="{8F0D1D4E-E2AF-B19C-4ECC-4F75921D8D2E}"/>
                </a:ext>
              </a:extLst>
            </p:cNvPr>
            <p:cNvSpPr/>
            <p:nvPr/>
          </p:nvSpPr>
          <p:spPr>
            <a:xfrm>
              <a:off x="-2" y="-1"/>
              <a:ext cx="9024141" cy="134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804" y="0"/>
                  </a:lnTo>
                  <a:lnTo>
                    <a:pt x="21600" y="0"/>
                  </a:lnTo>
                  <a:lnTo>
                    <a:pt x="20796" y="21600"/>
                  </a:lnTo>
                  <a:close/>
                </a:path>
              </a:pathLst>
            </a:custGeom>
            <a:solidFill>
              <a:srgbClr val="CF2031"/>
            </a:solidFill>
            <a:ln w="19050" cap="flat">
              <a:solidFill>
                <a:srgbClr val="CF2031"/>
              </a:solidFill>
              <a:prstDash val="solid"/>
              <a:miter lim="800000"/>
            </a:ln>
            <a:effectLst>
              <a:outerShdw blurRad="76200" dist="37674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19318">
                <a:defRPr sz="24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pPr>
              <a:endParaRPr/>
            </a:p>
          </p:txBody>
        </p:sp>
        <p:sp>
          <p:nvSpPr>
            <p:cNvPr id="54" name="矩形 29">
              <a:extLst>
                <a:ext uri="{FF2B5EF4-FFF2-40B4-BE49-F238E27FC236}">
                  <a16:creationId xmlns:a16="http://schemas.microsoft.com/office/drawing/2014/main" xmlns="" id="{F39CA52A-F7DB-1697-D678-D81663012D45}"/>
                </a:ext>
              </a:extLst>
            </p:cNvPr>
            <p:cNvSpPr txBox="1"/>
            <p:nvPr/>
          </p:nvSpPr>
          <p:spPr>
            <a:xfrm>
              <a:off x="1119243" y="864008"/>
              <a:ext cx="6725891" cy="3312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>
              <a:lvl1pPr defTabSz="1219318">
                <a:defRPr sz="16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r>
                <a:t>WELCOME VISITORS</a:t>
              </a:r>
            </a:p>
          </p:txBody>
        </p:sp>
        <p:grpSp>
          <p:nvGrpSpPr>
            <p:cNvPr id="55" name="橢圓 30">
              <a:extLst>
                <a:ext uri="{FF2B5EF4-FFF2-40B4-BE49-F238E27FC236}">
                  <a16:creationId xmlns:a16="http://schemas.microsoft.com/office/drawing/2014/main" xmlns="" id="{6EB71EE6-6735-14B0-DA9A-EC355F55C01C}"/>
                </a:ext>
              </a:extLst>
            </p:cNvPr>
            <p:cNvGrpSpPr/>
            <p:nvPr/>
          </p:nvGrpSpPr>
          <p:grpSpPr>
            <a:xfrm>
              <a:off x="9169203" y="54000"/>
              <a:ext cx="1235182" cy="1235186"/>
              <a:chOff x="-2" y="-2"/>
              <a:chExt cx="1235181" cy="1235185"/>
            </a:xfrm>
          </p:grpSpPr>
          <p:sp>
            <p:nvSpPr>
              <p:cNvPr id="57" name="圓形">
                <a:extLst>
                  <a:ext uri="{FF2B5EF4-FFF2-40B4-BE49-F238E27FC236}">
                    <a16:creationId xmlns:a16="http://schemas.microsoft.com/office/drawing/2014/main" xmlns="" id="{DC44ACC2-811F-68B6-63B7-C25695ABCC2D}"/>
                  </a:ext>
                </a:extLst>
              </p:cNvPr>
              <p:cNvSpPr/>
              <p:nvPr/>
            </p:nvSpPr>
            <p:spPr>
              <a:xfrm>
                <a:off x="-2" y="-2"/>
                <a:ext cx="1235181" cy="1235185"/>
              </a:xfrm>
              <a:prstGeom prst="ellipse">
                <a:avLst/>
              </a:prstGeom>
              <a:solidFill>
                <a:srgbClr val="CF2031"/>
              </a:solidFill>
              <a:ln w="19050" cap="flat">
                <a:solidFill>
                  <a:srgbClr val="CF2031"/>
                </a:solidFill>
                <a:prstDash val="solid"/>
                <a:miter lim="800000"/>
              </a:ln>
              <a:effectLst>
                <a:outerShdw blurRad="76200" dist="37674" dir="2700000" rotWithShape="0">
                  <a:srgbClr val="000000">
                    <a:alpha val="40000"/>
                  </a:srgbClr>
                </a:outerShdw>
              </a:effectLst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1219318">
                  <a:defRPr sz="3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58" name="02">
                <a:extLst>
                  <a:ext uri="{FF2B5EF4-FFF2-40B4-BE49-F238E27FC236}">
                    <a16:creationId xmlns:a16="http://schemas.microsoft.com/office/drawing/2014/main" xmlns="" id="{BFB696E0-8564-5B33-0B38-FC844FD37BCA}"/>
                  </a:ext>
                </a:extLst>
              </p:cNvPr>
              <p:cNvSpPr txBox="1"/>
              <p:nvPr/>
            </p:nvSpPr>
            <p:spPr>
              <a:xfrm>
                <a:off x="235412" y="325921"/>
                <a:ext cx="764352" cy="58331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4999" tIns="44999" rIns="44999" bIns="44999" numCol="1" anchor="ctr">
                <a:spAutoFit/>
              </a:bodyPr>
              <a:lstStyle>
                <a:lvl1pPr algn="ctr" defTabSz="1219318">
                  <a:defRPr sz="3200" b="1">
                    <a:solidFill>
                      <a:srgbClr val="FFFFFF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defRPr>
                </a:lvl1pPr>
              </a:lstStyle>
              <a:p>
                <a:r>
                  <a:rPr smtClean="0"/>
                  <a:t>0</a:t>
                </a:r>
                <a:r>
                  <a:rPr lang="en-US" smtClean="0"/>
                  <a:t>8</a:t>
                </a:r>
              </a:p>
            </p:txBody>
          </p:sp>
        </p:grpSp>
        <p:sp>
          <p:nvSpPr>
            <p:cNvPr id="56" name="文字方塊 28">
              <a:extLst>
                <a:ext uri="{FF2B5EF4-FFF2-40B4-BE49-F238E27FC236}">
                  <a16:creationId xmlns:a16="http://schemas.microsoft.com/office/drawing/2014/main" xmlns="" id="{FDEB0F6B-5468-4333-0783-0B70F0A918F9}"/>
                </a:ext>
              </a:extLst>
            </p:cNvPr>
            <p:cNvSpPr txBox="1"/>
            <p:nvPr/>
          </p:nvSpPr>
          <p:spPr>
            <a:xfrm>
              <a:off x="1002962" y="96123"/>
              <a:ext cx="7034052" cy="940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>
              <a:lvl1pPr algn="just" defTabSz="1219318">
                <a:defRPr sz="48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r>
                <a:rPr dirty="0"/>
                <a:t>來賓15秒自我介紹</a:t>
              </a:r>
            </a:p>
          </p:txBody>
        </p:sp>
      </p:grpSp>
      <p:sp>
        <p:nvSpPr>
          <p:cNvPr id="50" name="文字方塊 1">
            <a:extLst>
              <a:ext uri="{FF2B5EF4-FFF2-40B4-BE49-F238E27FC236}">
                <a16:creationId xmlns:a16="http://schemas.microsoft.com/office/drawing/2014/main" xmlns="" id="{AEEAD3CC-BFC0-0C12-9D33-83DA249EE6D9}"/>
              </a:ext>
            </a:extLst>
          </p:cNvPr>
          <p:cNvSpPr txBox="1"/>
          <p:nvPr/>
        </p:nvSpPr>
        <p:spPr>
          <a:xfrm>
            <a:off x="6457086" y="4006870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endParaRPr lang="zh-TW" altLang="en-US" sz="2800" dirty="0"/>
          </a:p>
        </p:txBody>
      </p:sp>
      <p:sp>
        <p:nvSpPr>
          <p:cNvPr id="61" name="文字方塊 1">
            <a:extLst>
              <a:ext uri="{FF2B5EF4-FFF2-40B4-BE49-F238E27FC236}">
                <a16:creationId xmlns:a16="http://schemas.microsoft.com/office/drawing/2014/main" xmlns="" id="{1080D13B-346E-6AA5-BA21-6F5E163775B0}"/>
              </a:ext>
            </a:extLst>
          </p:cNvPr>
          <p:cNvSpPr txBox="1"/>
          <p:nvPr/>
        </p:nvSpPr>
        <p:spPr>
          <a:xfrm>
            <a:off x="6338379" y="2953784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r>
              <a:rPr lang="zh-TW" altLang="en-US" sz="2800" dirty="0"/>
              <a:t>{{SERVICE8}}</a:t>
            </a:r>
            <a:endParaRPr lang="zh-TW" altLang="en-US" sz="2800" dirty="0"/>
          </a:p>
        </p:txBody>
      </p:sp>
      <p:sp>
        <p:nvSpPr>
          <p:cNvPr id="3" name="文字方塊 1">
            <a:extLst>
              <a:ext uri="{FF2B5EF4-FFF2-40B4-BE49-F238E27FC236}">
                <a16:creationId xmlns:a16="http://schemas.microsoft.com/office/drawing/2014/main" xmlns="" id="{879A7CB1-DF92-1475-A893-865DBE704EAE}"/>
              </a:ext>
            </a:extLst>
          </p:cNvPr>
          <p:cNvSpPr txBox="1"/>
          <p:nvPr/>
        </p:nvSpPr>
        <p:spPr>
          <a:xfrm>
            <a:off x="6400319" y="3747445"/>
            <a:ext cx="5467425" cy="829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r>
              <a:rPr lang="zh-TW" altLang="en-US" sz="2400" dirty="0"/>
              <a:t>{{SEEKING8}}</a:t>
            </a:r>
            <a:endParaRPr lang="zh-TW" altLang="en-US" sz="2400" dirty="0"/>
          </a:p>
        </p:txBody>
      </p:sp>
      <p:sp>
        <p:nvSpPr>
          <p:cNvPr id="908" name="PhotoBox"/>
          <p:cNvSpPr/>
          <p:nvPr/>
        </p:nvSpPr>
        <p:spPr>
          <a:xfrm>
            <a:off x="936972" y="1585307"/>
            <a:ext cx="2101540" cy="3312245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A6221A"/>
            </a:solidFill>
            <a:prstDash val="dash"/>
          </a:ln>
        </p:spPr>
        <p:txBody>
          <a:bodyPr anchor="ctr"/>
          <a:lstStyle/>
          <a:p>
            <a:pPr algn="ctr"/>
            <a:r>
              <a:rPr lang="zh-TW" sz="1500">
                <a:solidFill>
                  <a:srgbClr val="7A6E5A"/>
                </a:solidFill>
              </a:rPr>
              <a:t>請貼上來賓照片</a:t>
            </a:r>
          </a:p>
          <a:p>
            <a:pPr algn="ctr"/>
            <a:r>
              <a:rPr lang="zh-TW" sz="1100">
                <a:solidFill>
                  <a:srgbClr val="7A6E5A"/>
                </a:solidFill>
              </a:rPr>
              <a:t>(下載後自行貼上)</a:t>
            </a:r>
          </a:p>
        </p:txBody>
      </p:sp>
    </p:spTree>
    <p:extLst>
      <p:ext uri="{BB962C8B-B14F-4D97-AF65-F5344CB8AC3E}">
        <p14:creationId xmlns:p14="http://schemas.microsoft.com/office/powerpoint/2010/main" val="3676949798"/>
      </p:ext>
    </p:extLst>
  </p:cSld>
  <p:clrMapOvr>
    <a:masterClrMapping/>
  </p:clrMapOvr>
</p:sld>
</file>

<file path=ppt/slides/slideG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4C9FC0D-04C7-9CDD-F82E-B9BCA948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矩形 2">
            <a:extLst>
              <a:ext uri="{FF2B5EF4-FFF2-40B4-BE49-F238E27FC236}">
                <a16:creationId xmlns:a16="http://schemas.microsoft.com/office/drawing/2014/main" xmlns="" id="{5D6DAABF-D057-E96D-98C3-C235BE9EAD8D}"/>
              </a:ext>
            </a:extLst>
          </p:cNvPr>
          <p:cNvGrpSpPr/>
          <p:nvPr/>
        </p:nvGrpSpPr>
        <p:grpSpPr>
          <a:xfrm>
            <a:off x="1771191" y="5831987"/>
            <a:ext cx="1178659" cy="383780"/>
            <a:chOff x="-1" y="0"/>
            <a:chExt cx="1178657" cy="383778"/>
          </a:xfrm>
        </p:grpSpPr>
        <p:sp>
          <p:nvSpPr>
            <p:cNvPr id="5" name="矩形">
              <a:extLst>
                <a:ext uri="{FF2B5EF4-FFF2-40B4-BE49-F238E27FC236}">
                  <a16:creationId xmlns:a16="http://schemas.microsoft.com/office/drawing/2014/main" xmlns="" id="{CBC5F700-2CB3-4CA1-6EE6-8B65700EF1F7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" name="金融投資">
              <a:extLst>
                <a:ext uri="{FF2B5EF4-FFF2-40B4-BE49-F238E27FC236}">
                  <a16:creationId xmlns:a16="http://schemas.microsoft.com/office/drawing/2014/main" xmlns="" id="{72175538-B2BE-E4E4-EFD1-C073FD90CEA9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金融投資</a:t>
              </a:r>
            </a:p>
          </p:txBody>
        </p:sp>
      </p:grpSp>
      <p:grpSp>
        <p:nvGrpSpPr>
          <p:cNvPr id="7" name="矩形 2">
            <a:extLst>
              <a:ext uri="{FF2B5EF4-FFF2-40B4-BE49-F238E27FC236}">
                <a16:creationId xmlns:a16="http://schemas.microsoft.com/office/drawing/2014/main" xmlns="" id="{783FA7C6-08B2-D9FF-2FCE-D5F94D8A267E}"/>
              </a:ext>
            </a:extLst>
          </p:cNvPr>
          <p:cNvGrpSpPr/>
          <p:nvPr/>
        </p:nvGrpSpPr>
        <p:grpSpPr>
          <a:xfrm>
            <a:off x="3017511" y="5831987"/>
            <a:ext cx="1178659" cy="383780"/>
            <a:chOff x="-1" y="0"/>
            <a:chExt cx="1178657" cy="383778"/>
          </a:xfrm>
        </p:grpSpPr>
        <p:sp>
          <p:nvSpPr>
            <p:cNvPr id="8" name="矩形">
              <a:extLst>
                <a:ext uri="{FF2B5EF4-FFF2-40B4-BE49-F238E27FC236}">
                  <a16:creationId xmlns:a16="http://schemas.microsoft.com/office/drawing/2014/main" xmlns="" id="{737BE9B1-C068-8950-4AAE-8AB5380957B8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" name="品牌推廣">
              <a:extLst>
                <a:ext uri="{FF2B5EF4-FFF2-40B4-BE49-F238E27FC236}">
                  <a16:creationId xmlns:a16="http://schemas.microsoft.com/office/drawing/2014/main" xmlns="" id="{4F1669A1-5291-9DEC-1BE9-D1BB03174833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品牌推廣</a:t>
              </a:r>
            </a:p>
          </p:txBody>
        </p:sp>
      </p:grpSp>
      <p:grpSp>
        <p:nvGrpSpPr>
          <p:cNvPr id="10" name="矩形 2">
            <a:extLst>
              <a:ext uri="{FF2B5EF4-FFF2-40B4-BE49-F238E27FC236}">
                <a16:creationId xmlns:a16="http://schemas.microsoft.com/office/drawing/2014/main" xmlns="" id="{7FAF0CBB-E577-255F-C8AA-C2D59E1813CD}"/>
              </a:ext>
            </a:extLst>
          </p:cNvPr>
          <p:cNvGrpSpPr/>
          <p:nvPr/>
        </p:nvGrpSpPr>
        <p:grpSpPr>
          <a:xfrm>
            <a:off x="4254469" y="5831987"/>
            <a:ext cx="1178659" cy="383780"/>
            <a:chOff x="-1" y="0"/>
            <a:chExt cx="1178657" cy="383778"/>
          </a:xfrm>
        </p:grpSpPr>
        <p:sp>
          <p:nvSpPr>
            <p:cNvPr id="11" name="矩形">
              <a:extLst>
                <a:ext uri="{FF2B5EF4-FFF2-40B4-BE49-F238E27FC236}">
                  <a16:creationId xmlns:a16="http://schemas.microsoft.com/office/drawing/2014/main" xmlns="" id="{2C0E2AA6-3245-4DB6-A9E9-C968D2A7D580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2" name="商業服務">
              <a:extLst>
                <a:ext uri="{FF2B5EF4-FFF2-40B4-BE49-F238E27FC236}">
                  <a16:creationId xmlns:a16="http://schemas.microsoft.com/office/drawing/2014/main" xmlns="" id="{A10E25BF-C5DF-E231-42AC-12B9467FB38D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商業服務</a:t>
              </a:r>
            </a:p>
          </p:txBody>
        </p:sp>
      </p:grpSp>
      <p:grpSp>
        <p:nvGrpSpPr>
          <p:cNvPr id="13" name="矩形 2">
            <a:extLst>
              <a:ext uri="{FF2B5EF4-FFF2-40B4-BE49-F238E27FC236}">
                <a16:creationId xmlns:a16="http://schemas.microsoft.com/office/drawing/2014/main" xmlns="" id="{642D1255-5A24-91AA-33D6-7DCA2C8AA973}"/>
              </a:ext>
            </a:extLst>
          </p:cNvPr>
          <p:cNvGrpSpPr/>
          <p:nvPr/>
        </p:nvGrpSpPr>
        <p:grpSpPr>
          <a:xfrm>
            <a:off x="5491428" y="5831987"/>
            <a:ext cx="1178656" cy="383780"/>
            <a:chOff x="-1" y="0"/>
            <a:chExt cx="1178654" cy="383778"/>
          </a:xfrm>
        </p:grpSpPr>
        <p:sp>
          <p:nvSpPr>
            <p:cNvPr id="14" name="矩形">
              <a:extLst>
                <a:ext uri="{FF2B5EF4-FFF2-40B4-BE49-F238E27FC236}">
                  <a16:creationId xmlns:a16="http://schemas.microsoft.com/office/drawing/2014/main" xmlns="" id="{9D12C0D3-B366-1864-B7C7-05C6882668F5}"/>
                </a:ext>
              </a:extLst>
            </p:cNvPr>
            <p:cNvSpPr/>
            <p:nvPr/>
          </p:nvSpPr>
          <p:spPr>
            <a:xfrm>
              <a:off x="-2" y="-1"/>
              <a:ext cx="1178656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" name="醫療健康">
              <a:extLst>
                <a:ext uri="{FF2B5EF4-FFF2-40B4-BE49-F238E27FC236}">
                  <a16:creationId xmlns:a16="http://schemas.microsoft.com/office/drawing/2014/main" xmlns="" id="{F5CF93FC-3C84-1AA2-C15D-7A10D1878C5B}"/>
                </a:ext>
              </a:extLst>
            </p:cNvPr>
            <p:cNvSpPr txBox="1"/>
            <p:nvPr/>
          </p:nvSpPr>
          <p:spPr>
            <a:xfrm>
              <a:off x="54526" y="7185"/>
              <a:ext cx="1069601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醫療健康</a:t>
              </a:r>
            </a:p>
          </p:txBody>
        </p:sp>
      </p:grpSp>
      <p:grpSp>
        <p:nvGrpSpPr>
          <p:cNvPr id="16" name="矩形 2">
            <a:extLst>
              <a:ext uri="{FF2B5EF4-FFF2-40B4-BE49-F238E27FC236}">
                <a16:creationId xmlns:a16="http://schemas.microsoft.com/office/drawing/2014/main" xmlns="" id="{E36532E3-06CB-6256-CEAE-03233547F4FB}"/>
              </a:ext>
            </a:extLst>
          </p:cNvPr>
          <p:cNvGrpSpPr/>
          <p:nvPr/>
        </p:nvGrpSpPr>
        <p:grpSpPr>
          <a:xfrm>
            <a:off x="6728750" y="5831987"/>
            <a:ext cx="1178659" cy="383780"/>
            <a:chOff x="-1" y="0"/>
            <a:chExt cx="1178657" cy="383778"/>
          </a:xfrm>
        </p:grpSpPr>
        <p:sp>
          <p:nvSpPr>
            <p:cNvPr id="17" name="矩形">
              <a:extLst>
                <a:ext uri="{FF2B5EF4-FFF2-40B4-BE49-F238E27FC236}">
                  <a16:creationId xmlns:a16="http://schemas.microsoft.com/office/drawing/2014/main" xmlns="" id="{2AC36A8F-B16F-8E8C-0EDC-1AFEA896E0D9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8" name="食品餐飲">
              <a:extLst>
                <a:ext uri="{FF2B5EF4-FFF2-40B4-BE49-F238E27FC236}">
                  <a16:creationId xmlns:a16="http://schemas.microsoft.com/office/drawing/2014/main" xmlns="" id="{DF4543CD-11F2-22CE-1A53-24DBE70CDE10}"/>
                </a:ext>
              </a:extLst>
            </p:cNvPr>
            <p:cNvSpPr txBox="1"/>
            <p:nvPr/>
          </p:nvSpPr>
          <p:spPr>
            <a:xfrm>
              <a:off x="54528" y="7185"/>
              <a:ext cx="1069603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食品餐飲</a:t>
              </a:r>
            </a:p>
          </p:txBody>
        </p:sp>
      </p:grpSp>
      <p:grpSp>
        <p:nvGrpSpPr>
          <p:cNvPr id="19" name="矩形 2">
            <a:extLst>
              <a:ext uri="{FF2B5EF4-FFF2-40B4-BE49-F238E27FC236}">
                <a16:creationId xmlns:a16="http://schemas.microsoft.com/office/drawing/2014/main" xmlns="" id="{D1AC1ED6-DA3D-795A-B487-485A1CFCE0F1}"/>
              </a:ext>
            </a:extLst>
          </p:cNvPr>
          <p:cNvGrpSpPr/>
          <p:nvPr/>
        </p:nvGrpSpPr>
        <p:grpSpPr>
          <a:xfrm>
            <a:off x="7965711" y="5831987"/>
            <a:ext cx="1178659" cy="383780"/>
            <a:chOff x="-1" y="0"/>
            <a:chExt cx="1178657" cy="383778"/>
          </a:xfrm>
        </p:grpSpPr>
        <p:sp>
          <p:nvSpPr>
            <p:cNvPr id="20" name="矩形">
              <a:extLst>
                <a:ext uri="{FF2B5EF4-FFF2-40B4-BE49-F238E27FC236}">
                  <a16:creationId xmlns:a16="http://schemas.microsoft.com/office/drawing/2014/main" xmlns="" id="{374F9E01-9666-70B5-1726-22E3F7A3F79D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1" name="時尚生活">
              <a:extLst>
                <a:ext uri="{FF2B5EF4-FFF2-40B4-BE49-F238E27FC236}">
                  <a16:creationId xmlns:a16="http://schemas.microsoft.com/office/drawing/2014/main" xmlns="" id="{14475685-DEB0-11B7-4666-781CD69C5AAA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時尚生活</a:t>
              </a:r>
            </a:p>
          </p:txBody>
        </p:sp>
      </p:grpSp>
      <p:grpSp>
        <p:nvGrpSpPr>
          <p:cNvPr id="22" name="矩形 2">
            <a:extLst>
              <a:ext uri="{FF2B5EF4-FFF2-40B4-BE49-F238E27FC236}">
                <a16:creationId xmlns:a16="http://schemas.microsoft.com/office/drawing/2014/main" xmlns="" id="{D57A40FB-9FD5-AF5C-B247-9D45094F0ACC}"/>
              </a:ext>
            </a:extLst>
          </p:cNvPr>
          <p:cNvGrpSpPr/>
          <p:nvPr/>
        </p:nvGrpSpPr>
        <p:grpSpPr>
          <a:xfrm>
            <a:off x="9203030" y="5831987"/>
            <a:ext cx="1456576" cy="383780"/>
            <a:chOff x="0" y="0"/>
            <a:chExt cx="1456574" cy="383778"/>
          </a:xfrm>
        </p:grpSpPr>
        <p:sp>
          <p:nvSpPr>
            <p:cNvPr id="23" name="矩形">
              <a:extLst>
                <a:ext uri="{FF2B5EF4-FFF2-40B4-BE49-F238E27FC236}">
                  <a16:creationId xmlns:a16="http://schemas.microsoft.com/office/drawing/2014/main" xmlns="" id="{D5FDBC8C-7C5A-7DCD-F277-4A74DC67413C}"/>
                </a:ext>
              </a:extLst>
            </p:cNvPr>
            <p:cNvSpPr/>
            <p:nvPr/>
          </p:nvSpPr>
          <p:spPr>
            <a:xfrm>
              <a:off x="-1" y="-1"/>
              <a:ext cx="1456575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4" name="商品規劃包裝">
              <a:extLst>
                <a:ext uri="{FF2B5EF4-FFF2-40B4-BE49-F238E27FC236}">
                  <a16:creationId xmlns:a16="http://schemas.microsoft.com/office/drawing/2014/main" xmlns="" id="{69932356-4EBD-8211-99F8-1862A49945BF}"/>
                </a:ext>
              </a:extLst>
            </p:cNvPr>
            <p:cNvSpPr txBox="1"/>
            <p:nvPr/>
          </p:nvSpPr>
          <p:spPr>
            <a:xfrm>
              <a:off x="54525" y="7185"/>
              <a:ext cx="1347524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商品規劃包裝</a:t>
              </a:r>
            </a:p>
          </p:txBody>
        </p:sp>
      </p:grpSp>
      <p:grpSp>
        <p:nvGrpSpPr>
          <p:cNvPr id="25" name="矩形 2">
            <a:extLst>
              <a:ext uri="{FF2B5EF4-FFF2-40B4-BE49-F238E27FC236}">
                <a16:creationId xmlns:a16="http://schemas.microsoft.com/office/drawing/2014/main" xmlns="" id="{86D65167-FCDD-6DA3-150E-9B2E76978415}"/>
              </a:ext>
            </a:extLst>
          </p:cNvPr>
          <p:cNvGrpSpPr/>
          <p:nvPr/>
        </p:nvGrpSpPr>
        <p:grpSpPr>
          <a:xfrm>
            <a:off x="10708909" y="5831987"/>
            <a:ext cx="1384577" cy="383780"/>
            <a:chOff x="-1" y="0"/>
            <a:chExt cx="1384576" cy="383778"/>
          </a:xfrm>
        </p:grpSpPr>
        <p:sp>
          <p:nvSpPr>
            <p:cNvPr id="26" name="矩形">
              <a:extLst>
                <a:ext uri="{FF2B5EF4-FFF2-40B4-BE49-F238E27FC236}">
                  <a16:creationId xmlns:a16="http://schemas.microsoft.com/office/drawing/2014/main" xmlns="" id="{17F8C02D-C443-33B9-8F9D-9CBE3C9CFCA0}"/>
                </a:ext>
              </a:extLst>
            </p:cNvPr>
            <p:cNvSpPr/>
            <p:nvPr/>
          </p:nvSpPr>
          <p:spPr>
            <a:xfrm>
              <a:off x="-2" y="-1"/>
              <a:ext cx="1384577" cy="383780"/>
            </a:xfrm>
            <a:prstGeom prst="rect">
              <a:avLst/>
            </a:prstGeom>
            <a:solidFill>
              <a:srgbClr val="00B05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7" name="參訪來賓">
              <a:extLst>
                <a:ext uri="{FF2B5EF4-FFF2-40B4-BE49-F238E27FC236}">
                  <a16:creationId xmlns:a16="http://schemas.microsoft.com/office/drawing/2014/main" xmlns="" id="{AE141260-B956-1BD4-55F8-93AE6D1B1222}"/>
                </a:ext>
              </a:extLst>
            </p:cNvPr>
            <p:cNvSpPr txBox="1"/>
            <p:nvPr/>
          </p:nvSpPr>
          <p:spPr>
            <a:xfrm>
              <a:off x="45002" y="7185"/>
              <a:ext cx="1294575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參訪來賓</a:t>
              </a:r>
            </a:p>
          </p:txBody>
        </p:sp>
      </p:grpSp>
      <p:grpSp>
        <p:nvGrpSpPr>
          <p:cNvPr id="28" name="矩形: 圓角 19">
            <a:extLst>
              <a:ext uri="{FF2B5EF4-FFF2-40B4-BE49-F238E27FC236}">
                <a16:creationId xmlns:a16="http://schemas.microsoft.com/office/drawing/2014/main" xmlns="" id="{80EC3EEC-320C-48F5-19EA-EDFBFD775664}"/>
              </a:ext>
            </a:extLst>
          </p:cNvPr>
          <p:cNvGrpSpPr/>
          <p:nvPr/>
        </p:nvGrpSpPr>
        <p:grpSpPr>
          <a:xfrm>
            <a:off x="3773055" y="1822260"/>
            <a:ext cx="2431568" cy="970750"/>
            <a:chOff x="0" y="0"/>
            <a:chExt cx="2431566" cy="970748"/>
          </a:xfrm>
        </p:grpSpPr>
        <p:sp>
          <p:nvSpPr>
            <p:cNvPr id="29" name="圓角矩形">
              <a:extLst>
                <a:ext uri="{FF2B5EF4-FFF2-40B4-BE49-F238E27FC236}">
                  <a16:creationId xmlns:a16="http://schemas.microsoft.com/office/drawing/2014/main" xmlns="" id="{3A345DC8-D17A-6BB1-00B0-5F7F5785ABFD}"/>
                </a:ext>
              </a:extLst>
            </p:cNvPr>
            <p:cNvSpPr/>
            <p:nvPr/>
          </p:nvSpPr>
          <p:spPr>
            <a:xfrm>
              <a:off x="-1" y="-1"/>
              <a:ext cx="2431567" cy="970749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0" name="公司名稱…">
              <a:extLst>
                <a:ext uri="{FF2B5EF4-FFF2-40B4-BE49-F238E27FC236}">
                  <a16:creationId xmlns:a16="http://schemas.microsoft.com/office/drawing/2014/main" xmlns="" id="{640E4531-6A68-617A-5143-02C5B623F5CF}"/>
                </a:ext>
              </a:extLst>
            </p:cNvPr>
            <p:cNvSpPr txBox="1"/>
            <p:nvPr/>
          </p:nvSpPr>
          <p:spPr>
            <a:xfrm>
              <a:off x="88351" y="59369"/>
              <a:ext cx="2254860" cy="8519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r>
                <a:rPr dirty="0" err="1"/>
                <a:t>公司名稱</a:t>
              </a:r>
              <a:endParaRPr dirty="0"/>
            </a:p>
            <a:p>
              <a: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r>
                <a:rPr dirty="0" err="1"/>
                <a:t>職務名稱</a:t>
              </a:r>
              <a:endParaRPr dirty="0"/>
            </a:p>
          </p:txBody>
        </p:sp>
      </p:grpSp>
      <p:grpSp>
        <p:nvGrpSpPr>
          <p:cNvPr id="31" name="矩形: 圓角 25">
            <a:extLst>
              <a:ext uri="{FF2B5EF4-FFF2-40B4-BE49-F238E27FC236}">
                <a16:creationId xmlns:a16="http://schemas.microsoft.com/office/drawing/2014/main" xmlns="" id="{DE62D0C2-76AA-F83C-C1F7-A1497EF6171F}"/>
              </a:ext>
            </a:extLst>
          </p:cNvPr>
          <p:cNvGrpSpPr/>
          <p:nvPr/>
        </p:nvGrpSpPr>
        <p:grpSpPr>
          <a:xfrm>
            <a:off x="3782098" y="2818471"/>
            <a:ext cx="2413481" cy="963529"/>
            <a:chOff x="0" y="-1"/>
            <a:chExt cx="2413480" cy="963528"/>
          </a:xfrm>
        </p:grpSpPr>
        <p:sp>
          <p:nvSpPr>
            <p:cNvPr id="32" name="圓角矩形">
              <a:extLst>
                <a:ext uri="{FF2B5EF4-FFF2-40B4-BE49-F238E27FC236}">
                  <a16:creationId xmlns:a16="http://schemas.microsoft.com/office/drawing/2014/main" xmlns="" id="{33F9D984-0491-C7AE-94B6-008944DB26A6}"/>
                </a:ext>
              </a:extLst>
            </p:cNvPr>
            <p:cNvSpPr/>
            <p:nvPr/>
          </p:nvSpPr>
          <p:spPr>
            <a:xfrm>
              <a:off x="-1" y="-2"/>
              <a:ext cx="2413481" cy="963530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3" name="服務項目">
              <a:extLst>
                <a:ext uri="{FF2B5EF4-FFF2-40B4-BE49-F238E27FC236}">
                  <a16:creationId xmlns:a16="http://schemas.microsoft.com/office/drawing/2014/main" xmlns="" id="{51876C5B-1C19-2987-7D9A-D2B2E9C25AED}"/>
                </a:ext>
              </a:extLst>
            </p:cNvPr>
            <p:cNvSpPr txBox="1"/>
            <p:nvPr/>
          </p:nvSpPr>
          <p:spPr>
            <a:xfrm>
              <a:off x="88345" y="245538"/>
              <a:ext cx="2236788" cy="472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服務項目</a:t>
              </a:r>
            </a:p>
          </p:txBody>
        </p:sp>
      </p:grpSp>
      <p:grpSp>
        <p:nvGrpSpPr>
          <p:cNvPr id="34" name="矩形: 圓角 26">
            <a:extLst>
              <a:ext uri="{FF2B5EF4-FFF2-40B4-BE49-F238E27FC236}">
                <a16:creationId xmlns:a16="http://schemas.microsoft.com/office/drawing/2014/main" xmlns="" id="{D73FE79E-F307-118F-A738-2A317BB9BD45}"/>
              </a:ext>
            </a:extLst>
          </p:cNvPr>
          <p:cNvGrpSpPr/>
          <p:nvPr/>
        </p:nvGrpSpPr>
        <p:grpSpPr>
          <a:xfrm>
            <a:off x="3812665" y="3815705"/>
            <a:ext cx="2413481" cy="963530"/>
            <a:chOff x="-1" y="-1"/>
            <a:chExt cx="2413480" cy="963528"/>
          </a:xfrm>
        </p:grpSpPr>
        <p:sp>
          <p:nvSpPr>
            <p:cNvPr id="35" name="圓角矩形">
              <a:extLst>
                <a:ext uri="{FF2B5EF4-FFF2-40B4-BE49-F238E27FC236}">
                  <a16:creationId xmlns:a16="http://schemas.microsoft.com/office/drawing/2014/main" xmlns="" id="{89803A57-7F08-979B-D3F4-4D030A083EBE}"/>
                </a:ext>
              </a:extLst>
            </p:cNvPr>
            <p:cNvSpPr/>
            <p:nvPr/>
          </p:nvSpPr>
          <p:spPr>
            <a:xfrm>
              <a:off x="-2" y="-2"/>
              <a:ext cx="2413482" cy="963530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6" name="需要引薦">
              <a:extLst>
                <a:ext uri="{FF2B5EF4-FFF2-40B4-BE49-F238E27FC236}">
                  <a16:creationId xmlns:a16="http://schemas.microsoft.com/office/drawing/2014/main" xmlns="" id="{3541D158-AB5C-C676-2D18-E5CA5F36210E}"/>
                </a:ext>
              </a:extLst>
            </p:cNvPr>
            <p:cNvSpPr txBox="1"/>
            <p:nvPr/>
          </p:nvSpPr>
          <p:spPr>
            <a:xfrm>
              <a:off x="88345" y="226489"/>
              <a:ext cx="2236786" cy="510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需要引薦</a:t>
              </a:r>
            </a:p>
          </p:txBody>
        </p:sp>
      </p:grpSp>
      <p:sp>
        <p:nvSpPr>
          <p:cNvPr id="37" name="直線單箭頭接點 29">
            <a:extLst>
              <a:ext uri="{FF2B5EF4-FFF2-40B4-BE49-F238E27FC236}">
                <a16:creationId xmlns:a16="http://schemas.microsoft.com/office/drawing/2014/main" xmlns="" id="{07C57310-FFF6-C651-5D94-70282D6C3896}"/>
              </a:ext>
            </a:extLst>
          </p:cNvPr>
          <p:cNvSpPr/>
          <p:nvPr/>
        </p:nvSpPr>
        <p:spPr>
          <a:xfrm>
            <a:off x="5976798" y="4770054"/>
            <a:ext cx="5486911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8" name="文字方塊 1">
            <a:extLst>
              <a:ext uri="{FF2B5EF4-FFF2-40B4-BE49-F238E27FC236}">
                <a16:creationId xmlns:a16="http://schemas.microsoft.com/office/drawing/2014/main" xmlns="" id="{887A8847-F8A4-EF01-BF17-C95818EA43C6}"/>
              </a:ext>
            </a:extLst>
          </p:cNvPr>
          <p:cNvSpPr txBox="1"/>
          <p:nvPr/>
        </p:nvSpPr>
        <p:spPr>
          <a:xfrm>
            <a:off x="6281783" y="1993953"/>
            <a:ext cx="5658163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28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rPr lang="zh-TW" altLang="en-US" dirty="0"/>
              <a:t>{{CT9}}</a:t>
            </a:r>
            <a:endParaRPr dirty="0"/>
          </a:p>
        </p:txBody>
      </p:sp>
      <p:sp>
        <p:nvSpPr>
          <p:cNvPr id="39" name="文字方塊 1">
            <a:extLst>
              <a:ext uri="{FF2B5EF4-FFF2-40B4-BE49-F238E27FC236}">
                <a16:creationId xmlns:a16="http://schemas.microsoft.com/office/drawing/2014/main" xmlns="" id="{C159DF6A-F09F-E92B-F80F-BD57032004B2}"/>
              </a:ext>
            </a:extLst>
          </p:cNvPr>
          <p:cNvSpPr txBox="1"/>
          <p:nvPr/>
        </p:nvSpPr>
        <p:spPr>
          <a:xfrm>
            <a:off x="6123439" y="3754389"/>
            <a:ext cx="6137395" cy="460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>
            <a:lvl1pPr defTabSz="1219318">
              <a:defRPr sz="24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endParaRPr lang="zh-TW" altLang="en-US" dirty="0"/>
          </a:p>
        </p:txBody>
      </p:sp>
      <p:sp>
        <p:nvSpPr>
          <p:cNvPr id="40" name="直線單箭頭接點 29">
            <a:extLst>
              <a:ext uri="{FF2B5EF4-FFF2-40B4-BE49-F238E27FC236}">
                <a16:creationId xmlns:a16="http://schemas.microsoft.com/office/drawing/2014/main" xmlns="" id="{FD581968-7466-9E82-1A34-FB54CA1DE996}"/>
              </a:ext>
            </a:extLst>
          </p:cNvPr>
          <p:cNvSpPr/>
          <p:nvPr/>
        </p:nvSpPr>
        <p:spPr>
          <a:xfrm>
            <a:off x="5811585" y="3739640"/>
            <a:ext cx="5486910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1" name="直線單箭頭接點 29">
            <a:extLst>
              <a:ext uri="{FF2B5EF4-FFF2-40B4-BE49-F238E27FC236}">
                <a16:creationId xmlns:a16="http://schemas.microsoft.com/office/drawing/2014/main" xmlns="" id="{3215EE6C-AB6B-F464-7BB7-3378156EE67E}"/>
              </a:ext>
            </a:extLst>
          </p:cNvPr>
          <p:cNvSpPr/>
          <p:nvPr/>
        </p:nvSpPr>
        <p:spPr>
          <a:xfrm>
            <a:off x="5701296" y="2715420"/>
            <a:ext cx="5486910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grpSp>
        <p:nvGrpSpPr>
          <p:cNvPr id="42" name="矩形: 圆角 10">
            <a:extLst>
              <a:ext uri="{FF2B5EF4-FFF2-40B4-BE49-F238E27FC236}">
                <a16:creationId xmlns:a16="http://schemas.microsoft.com/office/drawing/2014/main" xmlns="" id="{F5BEFD9A-27E7-E95C-2FFC-8706CAEA0A23}"/>
              </a:ext>
            </a:extLst>
          </p:cNvPr>
          <p:cNvGrpSpPr/>
          <p:nvPr/>
        </p:nvGrpSpPr>
        <p:grpSpPr>
          <a:xfrm>
            <a:off x="1034272" y="4946209"/>
            <a:ext cx="1906943" cy="746741"/>
            <a:chOff x="0" y="15261"/>
            <a:chExt cx="1906941" cy="746739"/>
          </a:xfrm>
        </p:grpSpPr>
        <p:sp>
          <p:nvSpPr>
            <p:cNvPr id="43" name="圓角矩形">
              <a:extLst>
                <a:ext uri="{FF2B5EF4-FFF2-40B4-BE49-F238E27FC236}">
                  <a16:creationId xmlns:a16="http://schemas.microsoft.com/office/drawing/2014/main" xmlns="" id="{9DBFD8BE-FD0B-A5F9-2B4D-E422CBBA673C}"/>
                </a:ext>
              </a:extLst>
            </p:cNvPr>
            <p:cNvSpPr/>
            <p:nvPr/>
          </p:nvSpPr>
          <p:spPr>
            <a:xfrm>
              <a:off x="0" y="15261"/>
              <a:ext cx="1906941" cy="746739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8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44" name="葉芯寧">
              <a:extLst>
                <a:ext uri="{FF2B5EF4-FFF2-40B4-BE49-F238E27FC236}">
                  <a16:creationId xmlns:a16="http://schemas.microsoft.com/office/drawing/2014/main" xmlns="" id="{8265EFF4-6D12-1913-114A-E3EC7358C154}"/>
                </a:ext>
              </a:extLst>
            </p:cNvPr>
            <p:cNvSpPr txBox="1"/>
            <p:nvPr/>
          </p:nvSpPr>
          <p:spPr>
            <a:xfrm>
              <a:off x="112545" y="18284"/>
              <a:ext cx="1681849" cy="7078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39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rPr lang="zh-TW" altLang="en-US" sz="4000" dirty="0"/>
                <a:t>{{NAME9}}</a:t>
              </a:r>
              <a:endParaRPr lang="en-US" altLang="zh-TW" dirty="0"/>
            </a:p>
          </p:txBody>
        </p:sp>
      </p:grpSp>
      <p:grpSp>
        <p:nvGrpSpPr>
          <p:cNvPr id="45" name="矩形: 圓角 26">
            <a:extLst>
              <a:ext uri="{FF2B5EF4-FFF2-40B4-BE49-F238E27FC236}">
                <a16:creationId xmlns:a16="http://schemas.microsoft.com/office/drawing/2014/main" xmlns="" id="{5FCE554C-55C4-EE72-314A-F6C023034063}"/>
              </a:ext>
            </a:extLst>
          </p:cNvPr>
          <p:cNvGrpSpPr/>
          <p:nvPr/>
        </p:nvGrpSpPr>
        <p:grpSpPr>
          <a:xfrm>
            <a:off x="3812665" y="4806993"/>
            <a:ext cx="2414601" cy="963977"/>
            <a:chOff x="0" y="0"/>
            <a:chExt cx="2414599" cy="963975"/>
          </a:xfrm>
        </p:grpSpPr>
        <p:sp>
          <p:nvSpPr>
            <p:cNvPr id="46" name="圓角矩形">
              <a:extLst>
                <a:ext uri="{FF2B5EF4-FFF2-40B4-BE49-F238E27FC236}">
                  <a16:creationId xmlns:a16="http://schemas.microsoft.com/office/drawing/2014/main" xmlns="" id="{E1F597C1-F40E-8D03-4BD1-943D2E892BC9}"/>
                </a:ext>
              </a:extLst>
            </p:cNvPr>
            <p:cNvSpPr/>
            <p:nvPr/>
          </p:nvSpPr>
          <p:spPr>
            <a:xfrm>
              <a:off x="-1" y="-1"/>
              <a:ext cx="2414600" cy="963976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47" name="需要引薦">
              <a:extLst>
                <a:ext uri="{FF2B5EF4-FFF2-40B4-BE49-F238E27FC236}">
                  <a16:creationId xmlns:a16="http://schemas.microsoft.com/office/drawing/2014/main" xmlns="" id="{E8B5C587-E8C0-EECB-99D3-8617816B1FF0}"/>
                </a:ext>
              </a:extLst>
            </p:cNvPr>
            <p:cNvSpPr txBox="1"/>
            <p:nvPr/>
          </p:nvSpPr>
          <p:spPr>
            <a:xfrm>
              <a:off x="88386" y="226712"/>
              <a:ext cx="2237825" cy="510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引薦人</a:t>
              </a:r>
            </a:p>
          </p:txBody>
        </p:sp>
      </p:grpSp>
      <p:sp>
        <p:nvSpPr>
          <p:cNvPr id="48" name="直線單箭頭接點 29">
            <a:extLst>
              <a:ext uri="{FF2B5EF4-FFF2-40B4-BE49-F238E27FC236}">
                <a16:creationId xmlns:a16="http://schemas.microsoft.com/office/drawing/2014/main" xmlns="" id="{F0E96812-3620-8D16-72ED-F2977DE4A1EF}"/>
              </a:ext>
            </a:extLst>
          </p:cNvPr>
          <p:cNvSpPr/>
          <p:nvPr/>
        </p:nvSpPr>
        <p:spPr>
          <a:xfrm>
            <a:off x="6072449" y="5647117"/>
            <a:ext cx="5486911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9" name="文字方塊 1">
            <a:extLst>
              <a:ext uri="{FF2B5EF4-FFF2-40B4-BE49-F238E27FC236}">
                <a16:creationId xmlns:a16="http://schemas.microsoft.com/office/drawing/2014/main" xmlns="" id="{745AD719-865E-C14C-C28F-A1313298D68A}"/>
              </a:ext>
            </a:extLst>
          </p:cNvPr>
          <p:cNvSpPr txBox="1"/>
          <p:nvPr/>
        </p:nvSpPr>
        <p:spPr>
          <a:xfrm>
            <a:off x="6401439" y="4930100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rPr lang="zh-TW" altLang="en-US" sz="2800" dirty="0"/>
              <a:t>{{INVITER9}}</a:t>
            </a:r>
            <a:endParaRPr lang="zh-TW" altLang="en-US" sz="2800" dirty="0"/>
          </a:p>
        </p:txBody>
      </p:sp>
      <p:grpSp>
        <p:nvGrpSpPr>
          <p:cNvPr id="51" name="群組 25">
            <a:extLst>
              <a:ext uri="{FF2B5EF4-FFF2-40B4-BE49-F238E27FC236}">
                <a16:creationId xmlns:a16="http://schemas.microsoft.com/office/drawing/2014/main" xmlns="" id="{1A7F0755-2ADD-2AB0-9B2C-2F3507CBA336}"/>
              </a:ext>
            </a:extLst>
          </p:cNvPr>
          <p:cNvGrpSpPr/>
          <p:nvPr/>
        </p:nvGrpSpPr>
        <p:grpSpPr>
          <a:xfrm>
            <a:off x="786585" y="178907"/>
            <a:ext cx="10404389" cy="1535422"/>
            <a:chOff x="-2" y="-1"/>
            <a:chExt cx="10404387" cy="1535420"/>
          </a:xfrm>
        </p:grpSpPr>
        <p:sp>
          <p:nvSpPr>
            <p:cNvPr id="52" name="平行四邊形 26">
              <a:extLst>
                <a:ext uri="{FF2B5EF4-FFF2-40B4-BE49-F238E27FC236}">
                  <a16:creationId xmlns:a16="http://schemas.microsoft.com/office/drawing/2014/main" xmlns="" id="{16C039E2-863E-5043-2DB9-AD7E0642FFBF}"/>
                </a:ext>
              </a:extLst>
            </p:cNvPr>
            <p:cNvSpPr/>
            <p:nvPr/>
          </p:nvSpPr>
          <p:spPr>
            <a:xfrm>
              <a:off x="479877" y="191883"/>
              <a:ext cx="9358943" cy="134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775" y="0"/>
                  </a:lnTo>
                  <a:lnTo>
                    <a:pt x="21600" y="0"/>
                  </a:lnTo>
                  <a:lnTo>
                    <a:pt x="20825" y="21600"/>
                  </a:lnTo>
                  <a:close/>
                </a:path>
              </a:pathLst>
            </a:custGeom>
            <a:solidFill>
              <a:srgbClr val="C7C7C7"/>
            </a:solidFill>
            <a:ln w="12700" cap="flat">
              <a:noFill/>
              <a:miter lim="400000"/>
            </a:ln>
            <a:effectLst>
              <a:outerShdw blurRad="76200" dist="37674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19318">
                <a:defRPr sz="24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pPr>
              <a:endParaRPr/>
            </a:p>
          </p:txBody>
        </p:sp>
        <p:sp>
          <p:nvSpPr>
            <p:cNvPr id="53" name="平行四邊形 27">
              <a:extLst>
                <a:ext uri="{FF2B5EF4-FFF2-40B4-BE49-F238E27FC236}">
                  <a16:creationId xmlns:a16="http://schemas.microsoft.com/office/drawing/2014/main" xmlns="" id="{8F0D1D4E-E2AF-B19C-4ECC-4F75921D8D2E}"/>
                </a:ext>
              </a:extLst>
            </p:cNvPr>
            <p:cNvSpPr/>
            <p:nvPr/>
          </p:nvSpPr>
          <p:spPr>
            <a:xfrm>
              <a:off x="-2" y="-1"/>
              <a:ext cx="9024141" cy="134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804" y="0"/>
                  </a:lnTo>
                  <a:lnTo>
                    <a:pt x="21600" y="0"/>
                  </a:lnTo>
                  <a:lnTo>
                    <a:pt x="20796" y="21600"/>
                  </a:lnTo>
                  <a:close/>
                </a:path>
              </a:pathLst>
            </a:custGeom>
            <a:solidFill>
              <a:srgbClr val="CF2031"/>
            </a:solidFill>
            <a:ln w="19050" cap="flat">
              <a:solidFill>
                <a:srgbClr val="CF2031"/>
              </a:solidFill>
              <a:prstDash val="solid"/>
              <a:miter lim="800000"/>
            </a:ln>
            <a:effectLst>
              <a:outerShdw blurRad="76200" dist="37674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19318">
                <a:defRPr sz="24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pPr>
              <a:endParaRPr/>
            </a:p>
          </p:txBody>
        </p:sp>
        <p:sp>
          <p:nvSpPr>
            <p:cNvPr id="54" name="矩形 29">
              <a:extLst>
                <a:ext uri="{FF2B5EF4-FFF2-40B4-BE49-F238E27FC236}">
                  <a16:creationId xmlns:a16="http://schemas.microsoft.com/office/drawing/2014/main" xmlns="" id="{F39CA52A-F7DB-1697-D678-D81663012D45}"/>
                </a:ext>
              </a:extLst>
            </p:cNvPr>
            <p:cNvSpPr txBox="1"/>
            <p:nvPr/>
          </p:nvSpPr>
          <p:spPr>
            <a:xfrm>
              <a:off x="1119243" y="864008"/>
              <a:ext cx="6725891" cy="3312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>
              <a:lvl1pPr defTabSz="1219318">
                <a:defRPr sz="16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r>
                <a:t>WELCOME VISITORS</a:t>
              </a:r>
            </a:p>
          </p:txBody>
        </p:sp>
        <p:grpSp>
          <p:nvGrpSpPr>
            <p:cNvPr id="55" name="橢圓 30">
              <a:extLst>
                <a:ext uri="{FF2B5EF4-FFF2-40B4-BE49-F238E27FC236}">
                  <a16:creationId xmlns:a16="http://schemas.microsoft.com/office/drawing/2014/main" xmlns="" id="{6EB71EE6-6735-14B0-DA9A-EC355F55C01C}"/>
                </a:ext>
              </a:extLst>
            </p:cNvPr>
            <p:cNvGrpSpPr/>
            <p:nvPr/>
          </p:nvGrpSpPr>
          <p:grpSpPr>
            <a:xfrm>
              <a:off x="9169203" y="54000"/>
              <a:ext cx="1235182" cy="1235186"/>
              <a:chOff x="-2" y="-2"/>
              <a:chExt cx="1235181" cy="1235185"/>
            </a:xfrm>
          </p:grpSpPr>
          <p:sp>
            <p:nvSpPr>
              <p:cNvPr id="57" name="圓形">
                <a:extLst>
                  <a:ext uri="{FF2B5EF4-FFF2-40B4-BE49-F238E27FC236}">
                    <a16:creationId xmlns:a16="http://schemas.microsoft.com/office/drawing/2014/main" xmlns="" id="{DC44ACC2-811F-68B6-63B7-C25695ABCC2D}"/>
                  </a:ext>
                </a:extLst>
              </p:cNvPr>
              <p:cNvSpPr/>
              <p:nvPr/>
            </p:nvSpPr>
            <p:spPr>
              <a:xfrm>
                <a:off x="-2" y="-2"/>
                <a:ext cx="1235181" cy="1235185"/>
              </a:xfrm>
              <a:prstGeom prst="ellipse">
                <a:avLst/>
              </a:prstGeom>
              <a:solidFill>
                <a:srgbClr val="CF2031"/>
              </a:solidFill>
              <a:ln w="19050" cap="flat">
                <a:solidFill>
                  <a:srgbClr val="CF2031"/>
                </a:solidFill>
                <a:prstDash val="solid"/>
                <a:miter lim="800000"/>
              </a:ln>
              <a:effectLst>
                <a:outerShdw blurRad="76200" dist="37674" dir="2700000" rotWithShape="0">
                  <a:srgbClr val="000000">
                    <a:alpha val="40000"/>
                  </a:srgbClr>
                </a:outerShdw>
              </a:effectLst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1219318">
                  <a:defRPr sz="3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58" name="02">
                <a:extLst>
                  <a:ext uri="{FF2B5EF4-FFF2-40B4-BE49-F238E27FC236}">
                    <a16:creationId xmlns:a16="http://schemas.microsoft.com/office/drawing/2014/main" xmlns="" id="{BFB696E0-8564-5B33-0B38-FC844FD37BCA}"/>
                  </a:ext>
                </a:extLst>
              </p:cNvPr>
              <p:cNvSpPr txBox="1"/>
              <p:nvPr/>
            </p:nvSpPr>
            <p:spPr>
              <a:xfrm>
                <a:off x="235412" y="325921"/>
                <a:ext cx="764352" cy="58331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4999" tIns="44999" rIns="44999" bIns="44999" numCol="1" anchor="ctr">
                <a:spAutoFit/>
              </a:bodyPr>
              <a:lstStyle>
                <a:lvl1pPr algn="ctr" defTabSz="1219318">
                  <a:defRPr sz="3200" b="1">
                    <a:solidFill>
                      <a:srgbClr val="FFFFFF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defRPr>
                </a:lvl1pPr>
              </a:lstStyle>
              <a:p>
                <a:r>
                  <a:rPr smtClean="0"/>
                  <a:t>0</a:t>
                </a:r>
                <a:r>
                  <a:rPr lang="en-US" smtClean="0"/>
                  <a:t>9</a:t>
                </a:r>
              </a:p>
            </p:txBody>
          </p:sp>
        </p:grpSp>
        <p:sp>
          <p:nvSpPr>
            <p:cNvPr id="56" name="文字方塊 28">
              <a:extLst>
                <a:ext uri="{FF2B5EF4-FFF2-40B4-BE49-F238E27FC236}">
                  <a16:creationId xmlns:a16="http://schemas.microsoft.com/office/drawing/2014/main" xmlns="" id="{FDEB0F6B-5468-4333-0783-0B70F0A918F9}"/>
                </a:ext>
              </a:extLst>
            </p:cNvPr>
            <p:cNvSpPr txBox="1"/>
            <p:nvPr/>
          </p:nvSpPr>
          <p:spPr>
            <a:xfrm>
              <a:off x="1002962" y="96123"/>
              <a:ext cx="7034052" cy="940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>
              <a:lvl1pPr algn="just" defTabSz="1219318">
                <a:defRPr sz="48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r>
                <a:rPr dirty="0"/>
                <a:t>來賓15秒自我介紹</a:t>
              </a:r>
            </a:p>
          </p:txBody>
        </p:sp>
      </p:grpSp>
      <p:sp>
        <p:nvSpPr>
          <p:cNvPr id="50" name="文字方塊 1">
            <a:extLst>
              <a:ext uri="{FF2B5EF4-FFF2-40B4-BE49-F238E27FC236}">
                <a16:creationId xmlns:a16="http://schemas.microsoft.com/office/drawing/2014/main" xmlns="" id="{AEEAD3CC-BFC0-0C12-9D33-83DA249EE6D9}"/>
              </a:ext>
            </a:extLst>
          </p:cNvPr>
          <p:cNvSpPr txBox="1"/>
          <p:nvPr/>
        </p:nvSpPr>
        <p:spPr>
          <a:xfrm>
            <a:off x="6457086" y="4006870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endParaRPr lang="zh-TW" altLang="en-US" sz="2800" dirty="0"/>
          </a:p>
        </p:txBody>
      </p:sp>
      <p:sp>
        <p:nvSpPr>
          <p:cNvPr id="61" name="文字方塊 1">
            <a:extLst>
              <a:ext uri="{FF2B5EF4-FFF2-40B4-BE49-F238E27FC236}">
                <a16:creationId xmlns:a16="http://schemas.microsoft.com/office/drawing/2014/main" xmlns="" id="{1080D13B-346E-6AA5-BA21-6F5E163775B0}"/>
              </a:ext>
            </a:extLst>
          </p:cNvPr>
          <p:cNvSpPr txBox="1"/>
          <p:nvPr/>
        </p:nvSpPr>
        <p:spPr>
          <a:xfrm>
            <a:off x="6338379" y="2953784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r>
              <a:rPr lang="zh-TW" altLang="en-US" sz="2800" dirty="0"/>
              <a:t>{{SERVICE9}}</a:t>
            </a:r>
            <a:endParaRPr lang="zh-TW" altLang="en-US" sz="2800" dirty="0"/>
          </a:p>
        </p:txBody>
      </p:sp>
      <p:sp>
        <p:nvSpPr>
          <p:cNvPr id="3" name="文字方塊 1">
            <a:extLst>
              <a:ext uri="{FF2B5EF4-FFF2-40B4-BE49-F238E27FC236}">
                <a16:creationId xmlns:a16="http://schemas.microsoft.com/office/drawing/2014/main" xmlns="" id="{879A7CB1-DF92-1475-A893-865DBE704EAE}"/>
              </a:ext>
            </a:extLst>
          </p:cNvPr>
          <p:cNvSpPr txBox="1"/>
          <p:nvPr/>
        </p:nvSpPr>
        <p:spPr>
          <a:xfrm>
            <a:off x="6400319" y="3747445"/>
            <a:ext cx="5467425" cy="829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r>
              <a:rPr lang="zh-TW" altLang="en-US" sz="2400" dirty="0"/>
              <a:t>{{SEEKING9}}</a:t>
            </a:r>
            <a:endParaRPr lang="zh-TW" altLang="en-US" sz="2400" dirty="0"/>
          </a:p>
        </p:txBody>
      </p:sp>
      <p:sp>
        <p:nvSpPr>
          <p:cNvPr id="909" name="PhotoBox"/>
          <p:cNvSpPr/>
          <p:nvPr/>
        </p:nvSpPr>
        <p:spPr>
          <a:xfrm>
            <a:off x="936972" y="1585307"/>
            <a:ext cx="2101540" cy="3312245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A6221A"/>
            </a:solidFill>
            <a:prstDash val="dash"/>
          </a:ln>
        </p:spPr>
        <p:txBody>
          <a:bodyPr anchor="ctr"/>
          <a:lstStyle/>
          <a:p>
            <a:pPr algn="ctr"/>
            <a:r>
              <a:rPr lang="zh-TW" sz="1500">
                <a:solidFill>
                  <a:srgbClr val="7A6E5A"/>
                </a:solidFill>
              </a:rPr>
              <a:t>請貼上來賓照片</a:t>
            </a:r>
          </a:p>
          <a:p>
            <a:pPr algn="ctr"/>
            <a:r>
              <a:rPr lang="zh-TW" sz="1100">
                <a:solidFill>
                  <a:srgbClr val="7A6E5A"/>
                </a:solidFill>
              </a:rPr>
              <a:t>(下載後自行貼上)</a:t>
            </a:r>
          </a:p>
        </p:txBody>
      </p:sp>
    </p:spTree>
    <p:extLst>
      <p:ext uri="{BB962C8B-B14F-4D97-AF65-F5344CB8AC3E}">
        <p14:creationId xmlns:p14="http://schemas.microsoft.com/office/powerpoint/2010/main" val="3676949798"/>
      </p:ext>
    </p:extLst>
  </p:cSld>
  <p:clrMapOvr>
    <a:masterClrMapping/>
  </p:clrMapOvr>
</p:sld>
</file>

<file path=ppt/slides/slideG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4C9FC0D-04C7-9CDD-F82E-B9BCA948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矩形 2">
            <a:extLst>
              <a:ext uri="{FF2B5EF4-FFF2-40B4-BE49-F238E27FC236}">
                <a16:creationId xmlns:a16="http://schemas.microsoft.com/office/drawing/2014/main" xmlns="" id="{5D6DAABF-D057-E96D-98C3-C235BE9EAD8D}"/>
              </a:ext>
            </a:extLst>
          </p:cNvPr>
          <p:cNvGrpSpPr/>
          <p:nvPr/>
        </p:nvGrpSpPr>
        <p:grpSpPr>
          <a:xfrm>
            <a:off x="1771191" y="5831987"/>
            <a:ext cx="1178659" cy="383780"/>
            <a:chOff x="-1" y="0"/>
            <a:chExt cx="1178657" cy="383778"/>
          </a:xfrm>
        </p:grpSpPr>
        <p:sp>
          <p:nvSpPr>
            <p:cNvPr id="5" name="矩形">
              <a:extLst>
                <a:ext uri="{FF2B5EF4-FFF2-40B4-BE49-F238E27FC236}">
                  <a16:creationId xmlns:a16="http://schemas.microsoft.com/office/drawing/2014/main" xmlns="" id="{CBC5F700-2CB3-4CA1-6EE6-8B65700EF1F7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" name="金融投資">
              <a:extLst>
                <a:ext uri="{FF2B5EF4-FFF2-40B4-BE49-F238E27FC236}">
                  <a16:creationId xmlns:a16="http://schemas.microsoft.com/office/drawing/2014/main" xmlns="" id="{72175538-B2BE-E4E4-EFD1-C073FD90CEA9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金融投資</a:t>
              </a:r>
            </a:p>
          </p:txBody>
        </p:sp>
      </p:grpSp>
      <p:grpSp>
        <p:nvGrpSpPr>
          <p:cNvPr id="7" name="矩形 2">
            <a:extLst>
              <a:ext uri="{FF2B5EF4-FFF2-40B4-BE49-F238E27FC236}">
                <a16:creationId xmlns:a16="http://schemas.microsoft.com/office/drawing/2014/main" xmlns="" id="{783FA7C6-08B2-D9FF-2FCE-D5F94D8A267E}"/>
              </a:ext>
            </a:extLst>
          </p:cNvPr>
          <p:cNvGrpSpPr/>
          <p:nvPr/>
        </p:nvGrpSpPr>
        <p:grpSpPr>
          <a:xfrm>
            <a:off x="3017511" y="5831987"/>
            <a:ext cx="1178659" cy="383780"/>
            <a:chOff x="-1" y="0"/>
            <a:chExt cx="1178657" cy="383778"/>
          </a:xfrm>
        </p:grpSpPr>
        <p:sp>
          <p:nvSpPr>
            <p:cNvPr id="8" name="矩形">
              <a:extLst>
                <a:ext uri="{FF2B5EF4-FFF2-40B4-BE49-F238E27FC236}">
                  <a16:creationId xmlns:a16="http://schemas.microsoft.com/office/drawing/2014/main" xmlns="" id="{737BE9B1-C068-8950-4AAE-8AB5380957B8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" name="品牌推廣">
              <a:extLst>
                <a:ext uri="{FF2B5EF4-FFF2-40B4-BE49-F238E27FC236}">
                  <a16:creationId xmlns:a16="http://schemas.microsoft.com/office/drawing/2014/main" xmlns="" id="{4F1669A1-5291-9DEC-1BE9-D1BB03174833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品牌推廣</a:t>
              </a:r>
            </a:p>
          </p:txBody>
        </p:sp>
      </p:grpSp>
      <p:grpSp>
        <p:nvGrpSpPr>
          <p:cNvPr id="10" name="矩形 2">
            <a:extLst>
              <a:ext uri="{FF2B5EF4-FFF2-40B4-BE49-F238E27FC236}">
                <a16:creationId xmlns:a16="http://schemas.microsoft.com/office/drawing/2014/main" xmlns="" id="{7FAF0CBB-E577-255F-C8AA-C2D59E1813CD}"/>
              </a:ext>
            </a:extLst>
          </p:cNvPr>
          <p:cNvGrpSpPr/>
          <p:nvPr/>
        </p:nvGrpSpPr>
        <p:grpSpPr>
          <a:xfrm>
            <a:off x="4254469" y="5831987"/>
            <a:ext cx="1178659" cy="383780"/>
            <a:chOff x="-1" y="0"/>
            <a:chExt cx="1178657" cy="383778"/>
          </a:xfrm>
        </p:grpSpPr>
        <p:sp>
          <p:nvSpPr>
            <p:cNvPr id="11" name="矩形">
              <a:extLst>
                <a:ext uri="{FF2B5EF4-FFF2-40B4-BE49-F238E27FC236}">
                  <a16:creationId xmlns:a16="http://schemas.microsoft.com/office/drawing/2014/main" xmlns="" id="{2C0E2AA6-3245-4DB6-A9E9-C968D2A7D580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2" name="商業服務">
              <a:extLst>
                <a:ext uri="{FF2B5EF4-FFF2-40B4-BE49-F238E27FC236}">
                  <a16:creationId xmlns:a16="http://schemas.microsoft.com/office/drawing/2014/main" xmlns="" id="{A10E25BF-C5DF-E231-42AC-12B9467FB38D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商業服務</a:t>
              </a:r>
            </a:p>
          </p:txBody>
        </p:sp>
      </p:grpSp>
      <p:grpSp>
        <p:nvGrpSpPr>
          <p:cNvPr id="13" name="矩形 2">
            <a:extLst>
              <a:ext uri="{FF2B5EF4-FFF2-40B4-BE49-F238E27FC236}">
                <a16:creationId xmlns:a16="http://schemas.microsoft.com/office/drawing/2014/main" xmlns="" id="{642D1255-5A24-91AA-33D6-7DCA2C8AA973}"/>
              </a:ext>
            </a:extLst>
          </p:cNvPr>
          <p:cNvGrpSpPr/>
          <p:nvPr/>
        </p:nvGrpSpPr>
        <p:grpSpPr>
          <a:xfrm>
            <a:off x="5491428" y="5831987"/>
            <a:ext cx="1178656" cy="383780"/>
            <a:chOff x="-1" y="0"/>
            <a:chExt cx="1178654" cy="383778"/>
          </a:xfrm>
        </p:grpSpPr>
        <p:sp>
          <p:nvSpPr>
            <p:cNvPr id="14" name="矩形">
              <a:extLst>
                <a:ext uri="{FF2B5EF4-FFF2-40B4-BE49-F238E27FC236}">
                  <a16:creationId xmlns:a16="http://schemas.microsoft.com/office/drawing/2014/main" xmlns="" id="{9D12C0D3-B366-1864-B7C7-05C6882668F5}"/>
                </a:ext>
              </a:extLst>
            </p:cNvPr>
            <p:cNvSpPr/>
            <p:nvPr/>
          </p:nvSpPr>
          <p:spPr>
            <a:xfrm>
              <a:off x="-2" y="-1"/>
              <a:ext cx="1178656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" name="醫療健康">
              <a:extLst>
                <a:ext uri="{FF2B5EF4-FFF2-40B4-BE49-F238E27FC236}">
                  <a16:creationId xmlns:a16="http://schemas.microsoft.com/office/drawing/2014/main" xmlns="" id="{F5CF93FC-3C84-1AA2-C15D-7A10D1878C5B}"/>
                </a:ext>
              </a:extLst>
            </p:cNvPr>
            <p:cNvSpPr txBox="1"/>
            <p:nvPr/>
          </p:nvSpPr>
          <p:spPr>
            <a:xfrm>
              <a:off x="54526" y="7185"/>
              <a:ext cx="1069601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醫療健康</a:t>
              </a:r>
            </a:p>
          </p:txBody>
        </p:sp>
      </p:grpSp>
      <p:grpSp>
        <p:nvGrpSpPr>
          <p:cNvPr id="16" name="矩形 2">
            <a:extLst>
              <a:ext uri="{FF2B5EF4-FFF2-40B4-BE49-F238E27FC236}">
                <a16:creationId xmlns:a16="http://schemas.microsoft.com/office/drawing/2014/main" xmlns="" id="{E36532E3-06CB-6256-CEAE-03233547F4FB}"/>
              </a:ext>
            </a:extLst>
          </p:cNvPr>
          <p:cNvGrpSpPr/>
          <p:nvPr/>
        </p:nvGrpSpPr>
        <p:grpSpPr>
          <a:xfrm>
            <a:off x="6728750" y="5831987"/>
            <a:ext cx="1178659" cy="383780"/>
            <a:chOff x="-1" y="0"/>
            <a:chExt cx="1178657" cy="383778"/>
          </a:xfrm>
        </p:grpSpPr>
        <p:sp>
          <p:nvSpPr>
            <p:cNvPr id="17" name="矩形">
              <a:extLst>
                <a:ext uri="{FF2B5EF4-FFF2-40B4-BE49-F238E27FC236}">
                  <a16:creationId xmlns:a16="http://schemas.microsoft.com/office/drawing/2014/main" xmlns="" id="{2AC36A8F-B16F-8E8C-0EDC-1AFEA896E0D9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8" name="食品餐飲">
              <a:extLst>
                <a:ext uri="{FF2B5EF4-FFF2-40B4-BE49-F238E27FC236}">
                  <a16:creationId xmlns:a16="http://schemas.microsoft.com/office/drawing/2014/main" xmlns="" id="{DF4543CD-11F2-22CE-1A53-24DBE70CDE10}"/>
                </a:ext>
              </a:extLst>
            </p:cNvPr>
            <p:cNvSpPr txBox="1"/>
            <p:nvPr/>
          </p:nvSpPr>
          <p:spPr>
            <a:xfrm>
              <a:off x="54528" y="7185"/>
              <a:ext cx="1069603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食品餐飲</a:t>
              </a:r>
            </a:p>
          </p:txBody>
        </p:sp>
      </p:grpSp>
      <p:grpSp>
        <p:nvGrpSpPr>
          <p:cNvPr id="19" name="矩形 2">
            <a:extLst>
              <a:ext uri="{FF2B5EF4-FFF2-40B4-BE49-F238E27FC236}">
                <a16:creationId xmlns:a16="http://schemas.microsoft.com/office/drawing/2014/main" xmlns="" id="{D1AC1ED6-DA3D-795A-B487-485A1CFCE0F1}"/>
              </a:ext>
            </a:extLst>
          </p:cNvPr>
          <p:cNvGrpSpPr/>
          <p:nvPr/>
        </p:nvGrpSpPr>
        <p:grpSpPr>
          <a:xfrm>
            <a:off x="7965711" y="5831987"/>
            <a:ext cx="1178659" cy="383780"/>
            <a:chOff x="-1" y="0"/>
            <a:chExt cx="1178657" cy="383778"/>
          </a:xfrm>
        </p:grpSpPr>
        <p:sp>
          <p:nvSpPr>
            <p:cNvPr id="20" name="矩形">
              <a:extLst>
                <a:ext uri="{FF2B5EF4-FFF2-40B4-BE49-F238E27FC236}">
                  <a16:creationId xmlns:a16="http://schemas.microsoft.com/office/drawing/2014/main" xmlns="" id="{374F9E01-9666-70B5-1726-22E3F7A3F79D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1" name="時尚生活">
              <a:extLst>
                <a:ext uri="{FF2B5EF4-FFF2-40B4-BE49-F238E27FC236}">
                  <a16:creationId xmlns:a16="http://schemas.microsoft.com/office/drawing/2014/main" xmlns="" id="{14475685-DEB0-11B7-4666-781CD69C5AAA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時尚生活</a:t>
              </a:r>
            </a:p>
          </p:txBody>
        </p:sp>
      </p:grpSp>
      <p:grpSp>
        <p:nvGrpSpPr>
          <p:cNvPr id="22" name="矩形 2">
            <a:extLst>
              <a:ext uri="{FF2B5EF4-FFF2-40B4-BE49-F238E27FC236}">
                <a16:creationId xmlns:a16="http://schemas.microsoft.com/office/drawing/2014/main" xmlns="" id="{D57A40FB-9FD5-AF5C-B247-9D45094F0ACC}"/>
              </a:ext>
            </a:extLst>
          </p:cNvPr>
          <p:cNvGrpSpPr/>
          <p:nvPr/>
        </p:nvGrpSpPr>
        <p:grpSpPr>
          <a:xfrm>
            <a:off x="9203030" y="5831987"/>
            <a:ext cx="1456576" cy="383780"/>
            <a:chOff x="0" y="0"/>
            <a:chExt cx="1456574" cy="383778"/>
          </a:xfrm>
        </p:grpSpPr>
        <p:sp>
          <p:nvSpPr>
            <p:cNvPr id="23" name="矩形">
              <a:extLst>
                <a:ext uri="{FF2B5EF4-FFF2-40B4-BE49-F238E27FC236}">
                  <a16:creationId xmlns:a16="http://schemas.microsoft.com/office/drawing/2014/main" xmlns="" id="{D5FDBC8C-7C5A-7DCD-F277-4A74DC67413C}"/>
                </a:ext>
              </a:extLst>
            </p:cNvPr>
            <p:cNvSpPr/>
            <p:nvPr/>
          </p:nvSpPr>
          <p:spPr>
            <a:xfrm>
              <a:off x="-1" y="-1"/>
              <a:ext cx="1456575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4" name="商品規劃包裝">
              <a:extLst>
                <a:ext uri="{FF2B5EF4-FFF2-40B4-BE49-F238E27FC236}">
                  <a16:creationId xmlns:a16="http://schemas.microsoft.com/office/drawing/2014/main" xmlns="" id="{69932356-4EBD-8211-99F8-1862A49945BF}"/>
                </a:ext>
              </a:extLst>
            </p:cNvPr>
            <p:cNvSpPr txBox="1"/>
            <p:nvPr/>
          </p:nvSpPr>
          <p:spPr>
            <a:xfrm>
              <a:off x="54525" y="7185"/>
              <a:ext cx="1347524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商品規劃包裝</a:t>
              </a:r>
            </a:p>
          </p:txBody>
        </p:sp>
      </p:grpSp>
      <p:grpSp>
        <p:nvGrpSpPr>
          <p:cNvPr id="25" name="矩形 2">
            <a:extLst>
              <a:ext uri="{FF2B5EF4-FFF2-40B4-BE49-F238E27FC236}">
                <a16:creationId xmlns:a16="http://schemas.microsoft.com/office/drawing/2014/main" xmlns="" id="{86D65167-FCDD-6DA3-150E-9B2E76978415}"/>
              </a:ext>
            </a:extLst>
          </p:cNvPr>
          <p:cNvGrpSpPr/>
          <p:nvPr/>
        </p:nvGrpSpPr>
        <p:grpSpPr>
          <a:xfrm>
            <a:off x="10708909" y="5831987"/>
            <a:ext cx="1384577" cy="383780"/>
            <a:chOff x="-1" y="0"/>
            <a:chExt cx="1384576" cy="383778"/>
          </a:xfrm>
        </p:grpSpPr>
        <p:sp>
          <p:nvSpPr>
            <p:cNvPr id="26" name="矩形">
              <a:extLst>
                <a:ext uri="{FF2B5EF4-FFF2-40B4-BE49-F238E27FC236}">
                  <a16:creationId xmlns:a16="http://schemas.microsoft.com/office/drawing/2014/main" xmlns="" id="{17F8C02D-C443-33B9-8F9D-9CBE3C9CFCA0}"/>
                </a:ext>
              </a:extLst>
            </p:cNvPr>
            <p:cNvSpPr/>
            <p:nvPr/>
          </p:nvSpPr>
          <p:spPr>
            <a:xfrm>
              <a:off x="-2" y="-1"/>
              <a:ext cx="1384577" cy="383780"/>
            </a:xfrm>
            <a:prstGeom prst="rect">
              <a:avLst/>
            </a:prstGeom>
            <a:solidFill>
              <a:srgbClr val="00B05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7" name="參訪來賓">
              <a:extLst>
                <a:ext uri="{FF2B5EF4-FFF2-40B4-BE49-F238E27FC236}">
                  <a16:creationId xmlns:a16="http://schemas.microsoft.com/office/drawing/2014/main" xmlns="" id="{AE141260-B956-1BD4-55F8-93AE6D1B1222}"/>
                </a:ext>
              </a:extLst>
            </p:cNvPr>
            <p:cNvSpPr txBox="1"/>
            <p:nvPr/>
          </p:nvSpPr>
          <p:spPr>
            <a:xfrm>
              <a:off x="45002" y="7185"/>
              <a:ext cx="1294575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參訪來賓</a:t>
              </a:r>
            </a:p>
          </p:txBody>
        </p:sp>
      </p:grpSp>
      <p:grpSp>
        <p:nvGrpSpPr>
          <p:cNvPr id="28" name="矩形: 圓角 19">
            <a:extLst>
              <a:ext uri="{FF2B5EF4-FFF2-40B4-BE49-F238E27FC236}">
                <a16:creationId xmlns:a16="http://schemas.microsoft.com/office/drawing/2014/main" xmlns="" id="{80EC3EEC-320C-48F5-19EA-EDFBFD775664}"/>
              </a:ext>
            </a:extLst>
          </p:cNvPr>
          <p:cNvGrpSpPr/>
          <p:nvPr/>
        </p:nvGrpSpPr>
        <p:grpSpPr>
          <a:xfrm>
            <a:off x="3773055" y="1822260"/>
            <a:ext cx="2431568" cy="970750"/>
            <a:chOff x="0" y="0"/>
            <a:chExt cx="2431566" cy="970748"/>
          </a:xfrm>
        </p:grpSpPr>
        <p:sp>
          <p:nvSpPr>
            <p:cNvPr id="29" name="圓角矩形">
              <a:extLst>
                <a:ext uri="{FF2B5EF4-FFF2-40B4-BE49-F238E27FC236}">
                  <a16:creationId xmlns:a16="http://schemas.microsoft.com/office/drawing/2014/main" xmlns="" id="{3A345DC8-D17A-6BB1-00B0-5F7F5785ABFD}"/>
                </a:ext>
              </a:extLst>
            </p:cNvPr>
            <p:cNvSpPr/>
            <p:nvPr/>
          </p:nvSpPr>
          <p:spPr>
            <a:xfrm>
              <a:off x="-1" y="-1"/>
              <a:ext cx="2431567" cy="970749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0" name="公司名稱…">
              <a:extLst>
                <a:ext uri="{FF2B5EF4-FFF2-40B4-BE49-F238E27FC236}">
                  <a16:creationId xmlns:a16="http://schemas.microsoft.com/office/drawing/2014/main" xmlns="" id="{640E4531-6A68-617A-5143-02C5B623F5CF}"/>
                </a:ext>
              </a:extLst>
            </p:cNvPr>
            <p:cNvSpPr txBox="1"/>
            <p:nvPr/>
          </p:nvSpPr>
          <p:spPr>
            <a:xfrm>
              <a:off x="88351" y="59369"/>
              <a:ext cx="2254860" cy="8519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r>
                <a:rPr dirty="0" err="1"/>
                <a:t>公司名稱</a:t>
              </a:r>
              <a:endParaRPr dirty="0"/>
            </a:p>
            <a:p>
              <a: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r>
                <a:rPr dirty="0" err="1"/>
                <a:t>職務名稱</a:t>
              </a:r>
              <a:endParaRPr dirty="0"/>
            </a:p>
          </p:txBody>
        </p:sp>
      </p:grpSp>
      <p:grpSp>
        <p:nvGrpSpPr>
          <p:cNvPr id="31" name="矩形: 圓角 25">
            <a:extLst>
              <a:ext uri="{FF2B5EF4-FFF2-40B4-BE49-F238E27FC236}">
                <a16:creationId xmlns:a16="http://schemas.microsoft.com/office/drawing/2014/main" xmlns="" id="{DE62D0C2-76AA-F83C-C1F7-A1497EF6171F}"/>
              </a:ext>
            </a:extLst>
          </p:cNvPr>
          <p:cNvGrpSpPr/>
          <p:nvPr/>
        </p:nvGrpSpPr>
        <p:grpSpPr>
          <a:xfrm>
            <a:off x="3782098" y="2818471"/>
            <a:ext cx="2413481" cy="963529"/>
            <a:chOff x="0" y="-1"/>
            <a:chExt cx="2413480" cy="963528"/>
          </a:xfrm>
        </p:grpSpPr>
        <p:sp>
          <p:nvSpPr>
            <p:cNvPr id="32" name="圓角矩形">
              <a:extLst>
                <a:ext uri="{FF2B5EF4-FFF2-40B4-BE49-F238E27FC236}">
                  <a16:creationId xmlns:a16="http://schemas.microsoft.com/office/drawing/2014/main" xmlns="" id="{33F9D984-0491-C7AE-94B6-008944DB26A6}"/>
                </a:ext>
              </a:extLst>
            </p:cNvPr>
            <p:cNvSpPr/>
            <p:nvPr/>
          </p:nvSpPr>
          <p:spPr>
            <a:xfrm>
              <a:off x="-1" y="-2"/>
              <a:ext cx="2413481" cy="963530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3" name="服務項目">
              <a:extLst>
                <a:ext uri="{FF2B5EF4-FFF2-40B4-BE49-F238E27FC236}">
                  <a16:creationId xmlns:a16="http://schemas.microsoft.com/office/drawing/2014/main" xmlns="" id="{51876C5B-1C19-2987-7D9A-D2B2E9C25AED}"/>
                </a:ext>
              </a:extLst>
            </p:cNvPr>
            <p:cNvSpPr txBox="1"/>
            <p:nvPr/>
          </p:nvSpPr>
          <p:spPr>
            <a:xfrm>
              <a:off x="88345" y="245538"/>
              <a:ext cx="2236788" cy="472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服務項目</a:t>
              </a:r>
            </a:p>
          </p:txBody>
        </p:sp>
      </p:grpSp>
      <p:grpSp>
        <p:nvGrpSpPr>
          <p:cNvPr id="34" name="矩形: 圓角 26">
            <a:extLst>
              <a:ext uri="{FF2B5EF4-FFF2-40B4-BE49-F238E27FC236}">
                <a16:creationId xmlns:a16="http://schemas.microsoft.com/office/drawing/2014/main" xmlns="" id="{D73FE79E-F307-118F-A738-2A317BB9BD45}"/>
              </a:ext>
            </a:extLst>
          </p:cNvPr>
          <p:cNvGrpSpPr/>
          <p:nvPr/>
        </p:nvGrpSpPr>
        <p:grpSpPr>
          <a:xfrm>
            <a:off x="3812665" y="3815705"/>
            <a:ext cx="2413481" cy="963530"/>
            <a:chOff x="-1" y="-1"/>
            <a:chExt cx="2413480" cy="963528"/>
          </a:xfrm>
        </p:grpSpPr>
        <p:sp>
          <p:nvSpPr>
            <p:cNvPr id="35" name="圓角矩形">
              <a:extLst>
                <a:ext uri="{FF2B5EF4-FFF2-40B4-BE49-F238E27FC236}">
                  <a16:creationId xmlns:a16="http://schemas.microsoft.com/office/drawing/2014/main" xmlns="" id="{89803A57-7F08-979B-D3F4-4D030A083EBE}"/>
                </a:ext>
              </a:extLst>
            </p:cNvPr>
            <p:cNvSpPr/>
            <p:nvPr/>
          </p:nvSpPr>
          <p:spPr>
            <a:xfrm>
              <a:off x="-2" y="-2"/>
              <a:ext cx="2413482" cy="963530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6" name="需要引薦">
              <a:extLst>
                <a:ext uri="{FF2B5EF4-FFF2-40B4-BE49-F238E27FC236}">
                  <a16:creationId xmlns:a16="http://schemas.microsoft.com/office/drawing/2014/main" xmlns="" id="{3541D158-AB5C-C676-2D18-E5CA5F36210E}"/>
                </a:ext>
              </a:extLst>
            </p:cNvPr>
            <p:cNvSpPr txBox="1"/>
            <p:nvPr/>
          </p:nvSpPr>
          <p:spPr>
            <a:xfrm>
              <a:off x="88345" y="226489"/>
              <a:ext cx="2236786" cy="510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需要引薦</a:t>
              </a:r>
            </a:p>
          </p:txBody>
        </p:sp>
      </p:grpSp>
      <p:sp>
        <p:nvSpPr>
          <p:cNvPr id="37" name="直線單箭頭接點 29">
            <a:extLst>
              <a:ext uri="{FF2B5EF4-FFF2-40B4-BE49-F238E27FC236}">
                <a16:creationId xmlns:a16="http://schemas.microsoft.com/office/drawing/2014/main" xmlns="" id="{07C57310-FFF6-C651-5D94-70282D6C3896}"/>
              </a:ext>
            </a:extLst>
          </p:cNvPr>
          <p:cNvSpPr/>
          <p:nvPr/>
        </p:nvSpPr>
        <p:spPr>
          <a:xfrm>
            <a:off x="5976798" y="4770054"/>
            <a:ext cx="5486911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8" name="文字方塊 1">
            <a:extLst>
              <a:ext uri="{FF2B5EF4-FFF2-40B4-BE49-F238E27FC236}">
                <a16:creationId xmlns:a16="http://schemas.microsoft.com/office/drawing/2014/main" xmlns="" id="{887A8847-F8A4-EF01-BF17-C95818EA43C6}"/>
              </a:ext>
            </a:extLst>
          </p:cNvPr>
          <p:cNvSpPr txBox="1"/>
          <p:nvPr/>
        </p:nvSpPr>
        <p:spPr>
          <a:xfrm>
            <a:off x="6281783" y="1993953"/>
            <a:ext cx="5658163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28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rPr lang="zh-TW" altLang="en-US" dirty="0"/>
              <a:t>{{CT10}}</a:t>
            </a:r>
            <a:endParaRPr dirty="0"/>
          </a:p>
        </p:txBody>
      </p:sp>
      <p:sp>
        <p:nvSpPr>
          <p:cNvPr id="39" name="文字方塊 1">
            <a:extLst>
              <a:ext uri="{FF2B5EF4-FFF2-40B4-BE49-F238E27FC236}">
                <a16:creationId xmlns:a16="http://schemas.microsoft.com/office/drawing/2014/main" xmlns="" id="{C159DF6A-F09F-E92B-F80F-BD57032004B2}"/>
              </a:ext>
            </a:extLst>
          </p:cNvPr>
          <p:cNvSpPr txBox="1"/>
          <p:nvPr/>
        </p:nvSpPr>
        <p:spPr>
          <a:xfrm>
            <a:off x="6123439" y="3754389"/>
            <a:ext cx="6137395" cy="460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>
            <a:lvl1pPr defTabSz="1219318">
              <a:defRPr sz="24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endParaRPr lang="zh-TW" altLang="en-US" dirty="0"/>
          </a:p>
        </p:txBody>
      </p:sp>
      <p:sp>
        <p:nvSpPr>
          <p:cNvPr id="40" name="直線單箭頭接點 29">
            <a:extLst>
              <a:ext uri="{FF2B5EF4-FFF2-40B4-BE49-F238E27FC236}">
                <a16:creationId xmlns:a16="http://schemas.microsoft.com/office/drawing/2014/main" xmlns="" id="{FD581968-7466-9E82-1A34-FB54CA1DE996}"/>
              </a:ext>
            </a:extLst>
          </p:cNvPr>
          <p:cNvSpPr/>
          <p:nvPr/>
        </p:nvSpPr>
        <p:spPr>
          <a:xfrm>
            <a:off x="5811585" y="3739640"/>
            <a:ext cx="5486910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1" name="直線單箭頭接點 29">
            <a:extLst>
              <a:ext uri="{FF2B5EF4-FFF2-40B4-BE49-F238E27FC236}">
                <a16:creationId xmlns:a16="http://schemas.microsoft.com/office/drawing/2014/main" xmlns="" id="{3215EE6C-AB6B-F464-7BB7-3378156EE67E}"/>
              </a:ext>
            </a:extLst>
          </p:cNvPr>
          <p:cNvSpPr/>
          <p:nvPr/>
        </p:nvSpPr>
        <p:spPr>
          <a:xfrm>
            <a:off x="5701296" y="2715420"/>
            <a:ext cx="5486910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grpSp>
        <p:nvGrpSpPr>
          <p:cNvPr id="42" name="矩形: 圆角 10">
            <a:extLst>
              <a:ext uri="{FF2B5EF4-FFF2-40B4-BE49-F238E27FC236}">
                <a16:creationId xmlns:a16="http://schemas.microsoft.com/office/drawing/2014/main" xmlns="" id="{F5BEFD9A-27E7-E95C-2FFC-8706CAEA0A23}"/>
              </a:ext>
            </a:extLst>
          </p:cNvPr>
          <p:cNvGrpSpPr/>
          <p:nvPr/>
        </p:nvGrpSpPr>
        <p:grpSpPr>
          <a:xfrm>
            <a:off x="1034272" y="4946209"/>
            <a:ext cx="1906943" cy="746741"/>
            <a:chOff x="0" y="15261"/>
            <a:chExt cx="1906941" cy="746739"/>
          </a:xfrm>
        </p:grpSpPr>
        <p:sp>
          <p:nvSpPr>
            <p:cNvPr id="43" name="圓角矩形">
              <a:extLst>
                <a:ext uri="{FF2B5EF4-FFF2-40B4-BE49-F238E27FC236}">
                  <a16:creationId xmlns:a16="http://schemas.microsoft.com/office/drawing/2014/main" xmlns="" id="{9DBFD8BE-FD0B-A5F9-2B4D-E422CBBA673C}"/>
                </a:ext>
              </a:extLst>
            </p:cNvPr>
            <p:cNvSpPr/>
            <p:nvPr/>
          </p:nvSpPr>
          <p:spPr>
            <a:xfrm>
              <a:off x="0" y="15261"/>
              <a:ext cx="1906941" cy="746739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8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44" name="葉芯寧">
              <a:extLst>
                <a:ext uri="{FF2B5EF4-FFF2-40B4-BE49-F238E27FC236}">
                  <a16:creationId xmlns:a16="http://schemas.microsoft.com/office/drawing/2014/main" xmlns="" id="{8265EFF4-6D12-1913-114A-E3EC7358C154}"/>
                </a:ext>
              </a:extLst>
            </p:cNvPr>
            <p:cNvSpPr txBox="1"/>
            <p:nvPr/>
          </p:nvSpPr>
          <p:spPr>
            <a:xfrm>
              <a:off x="112545" y="18284"/>
              <a:ext cx="1681849" cy="7078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39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rPr lang="zh-TW" altLang="en-US" sz="4000" dirty="0"/>
                <a:t>{{NAME10}}</a:t>
              </a:r>
              <a:endParaRPr lang="en-US" altLang="zh-TW" dirty="0"/>
            </a:p>
          </p:txBody>
        </p:sp>
      </p:grpSp>
      <p:grpSp>
        <p:nvGrpSpPr>
          <p:cNvPr id="45" name="矩形: 圓角 26">
            <a:extLst>
              <a:ext uri="{FF2B5EF4-FFF2-40B4-BE49-F238E27FC236}">
                <a16:creationId xmlns:a16="http://schemas.microsoft.com/office/drawing/2014/main" xmlns="" id="{5FCE554C-55C4-EE72-314A-F6C023034063}"/>
              </a:ext>
            </a:extLst>
          </p:cNvPr>
          <p:cNvGrpSpPr/>
          <p:nvPr/>
        </p:nvGrpSpPr>
        <p:grpSpPr>
          <a:xfrm>
            <a:off x="3812665" y="4806993"/>
            <a:ext cx="2414601" cy="963977"/>
            <a:chOff x="0" y="0"/>
            <a:chExt cx="2414599" cy="963975"/>
          </a:xfrm>
        </p:grpSpPr>
        <p:sp>
          <p:nvSpPr>
            <p:cNvPr id="46" name="圓角矩形">
              <a:extLst>
                <a:ext uri="{FF2B5EF4-FFF2-40B4-BE49-F238E27FC236}">
                  <a16:creationId xmlns:a16="http://schemas.microsoft.com/office/drawing/2014/main" xmlns="" id="{E1F597C1-F40E-8D03-4BD1-943D2E892BC9}"/>
                </a:ext>
              </a:extLst>
            </p:cNvPr>
            <p:cNvSpPr/>
            <p:nvPr/>
          </p:nvSpPr>
          <p:spPr>
            <a:xfrm>
              <a:off x="-1" y="-1"/>
              <a:ext cx="2414600" cy="963976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47" name="需要引薦">
              <a:extLst>
                <a:ext uri="{FF2B5EF4-FFF2-40B4-BE49-F238E27FC236}">
                  <a16:creationId xmlns:a16="http://schemas.microsoft.com/office/drawing/2014/main" xmlns="" id="{E8B5C587-E8C0-EECB-99D3-8617816B1FF0}"/>
                </a:ext>
              </a:extLst>
            </p:cNvPr>
            <p:cNvSpPr txBox="1"/>
            <p:nvPr/>
          </p:nvSpPr>
          <p:spPr>
            <a:xfrm>
              <a:off x="88386" y="226712"/>
              <a:ext cx="2237825" cy="510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引薦人</a:t>
              </a:r>
            </a:p>
          </p:txBody>
        </p:sp>
      </p:grpSp>
      <p:sp>
        <p:nvSpPr>
          <p:cNvPr id="48" name="直線單箭頭接點 29">
            <a:extLst>
              <a:ext uri="{FF2B5EF4-FFF2-40B4-BE49-F238E27FC236}">
                <a16:creationId xmlns:a16="http://schemas.microsoft.com/office/drawing/2014/main" xmlns="" id="{F0E96812-3620-8D16-72ED-F2977DE4A1EF}"/>
              </a:ext>
            </a:extLst>
          </p:cNvPr>
          <p:cNvSpPr/>
          <p:nvPr/>
        </p:nvSpPr>
        <p:spPr>
          <a:xfrm>
            <a:off x="6072449" y="5647117"/>
            <a:ext cx="5486911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9" name="文字方塊 1">
            <a:extLst>
              <a:ext uri="{FF2B5EF4-FFF2-40B4-BE49-F238E27FC236}">
                <a16:creationId xmlns:a16="http://schemas.microsoft.com/office/drawing/2014/main" xmlns="" id="{745AD719-865E-C14C-C28F-A1313298D68A}"/>
              </a:ext>
            </a:extLst>
          </p:cNvPr>
          <p:cNvSpPr txBox="1"/>
          <p:nvPr/>
        </p:nvSpPr>
        <p:spPr>
          <a:xfrm>
            <a:off x="6401439" y="4930100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rPr lang="zh-TW" altLang="en-US" sz="2800" dirty="0"/>
              <a:t>{{INVITER10}}</a:t>
            </a:r>
            <a:endParaRPr lang="zh-TW" altLang="en-US" sz="2800" dirty="0"/>
          </a:p>
        </p:txBody>
      </p:sp>
      <p:grpSp>
        <p:nvGrpSpPr>
          <p:cNvPr id="51" name="群組 25">
            <a:extLst>
              <a:ext uri="{FF2B5EF4-FFF2-40B4-BE49-F238E27FC236}">
                <a16:creationId xmlns:a16="http://schemas.microsoft.com/office/drawing/2014/main" xmlns="" id="{1A7F0755-2ADD-2AB0-9B2C-2F3507CBA336}"/>
              </a:ext>
            </a:extLst>
          </p:cNvPr>
          <p:cNvGrpSpPr/>
          <p:nvPr/>
        </p:nvGrpSpPr>
        <p:grpSpPr>
          <a:xfrm>
            <a:off x="786585" y="178907"/>
            <a:ext cx="10404389" cy="1535422"/>
            <a:chOff x="-2" y="-1"/>
            <a:chExt cx="10404387" cy="1535420"/>
          </a:xfrm>
        </p:grpSpPr>
        <p:sp>
          <p:nvSpPr>
            <p:cNvPr id="52" name="平行四邊形 26">
              <a:extLst>
                <a:ext uri="{FF2B5EF4-FFF2-40B4-BE49-F238E27FC236}">
                  <a16:creationId xmlns:a16="http://schemas.microsoft.com/office/drawing/2014/main" xmlns="" id="{16C039E2-863E-5043-2DB9-AD7E0642FFBF}"/>
                </a:ext>
              </a:extLst>
            </p:cNvPr>
            <p:cNvSpPr/>
            <p:nvPr/>
          </p:nvSpPr>
          <p:spPr>
            <a:xfrm>
              <a:off x="479877" y="191883"/>
              <a:ext cx="9358943" cy="134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775" y="0"/>
                  </a:lnTo>
                  <a:lnTo>
                    <a:pt x="21600" y="0"/>
                  </a:lnTo>
                  <a:lnTo>
                    <a:pt x="20825" y="21600"/>
                  </a:lnTo>
                  <a:close/>
                </a:path>
              </a:pathLst>
            </a:custGeom>
            <a:solidFill>
              <a:srgbClr val="C7C7C7"/>
            </a:solidFill>
            <a:ln w="12700" cap="flat">
              <a:noFill/>
              <a:miter lim="400000"/>
            </a:ln>
            <a:effectLst>
              <a:outerShdw blurRad="76200" dist="37674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19318">
                <a:defRPr sz="24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pPr>
              <a:endParaRPr/>
            </a:p>
          </p:txBody>
        </p:sp>
        <p:sp>
          <p:nvSpPr>
            <p:cNvPr id="53" name="平行四邊形 27">
              <a:extLst>
                <a:ext uri="{FF2B5EF4-FFF2-40B4-BE49-F238E27FC236}">
                  <a16:creationId xmlns:a16="http://schemas.microsoft.com/office/drawing/2014/main" xmlns="" id="{8F0D1D4E-E2AF-B19C-4ECC-4F75921D8D2E}"/>
                </a:ext>
              </a:extLst>
            </p:cNvPr>
            <p:cNvSpPr/>
            <p:nvPr/>
          </p:nvSpPr>
          <p:spPr>
            <a:xfrm>
              <a:off x="-2" y="-1"/>
              <a:ext cx="9024141" cy="134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804" y="0"/>
                  </a:lnTo>
                  <a:lnTo>
                    <a:pt x="21600" y="0"/>
                  </a:lnTo>
                  <a:lnTo>
                    <a:pt x="20796" y="21600"/>
                  </a:lnTo>
                  <a:close/>
                </a:path>
              </a:pathLst>
            </a:custGeom>
            <a:solidFill>
              <a:srgbClr val="CF2031"/>
            </a:solidFill>
            <a:ln w="19050" cap="flat">
              <a:solidFill>
                <a:srgbClr val="CF2031"/>
              </a:solidFill>
              <a:prstDash val="solid"/>
              <a:miter lim="800000"/>
            </a:ln>
            <a:effectLst>
              <a:outerShdw blurRad="76200" dist="37674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19318">
                <a:defRPr sz="24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pPr>
              <a:endParaRPr/>
            </a:p>
          </p:txBody>
        </p:sp>
        <p:sp>
          <p:nvSpPr>
            <p:cNvPr id="54" name="矩形 29">
              <a:extLst>
                <a:ext uri="{FF2B5EF4-FFF2-40B4-BE49-F238E27FC236}">
                  <a16:creationId xmlns:a16="http://schemas.microsoft.com/office/drawing/2014/main" xmlns="" id="{F39CA52A-F7DB-1697-D678-D81663012D45}"/>
                </a:ext>
              </a:extLst>
            </p:cNvPr>
            <p:cNvSpPr txBox="1"/>
            <p:nvPr/>
          </p:nvSpPr>
          <p:spPr>
            <a:xfrm>
              <a:off x="1119243" y="864008"/>
              <a:ext cx="6725891" cy="3312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>
              <a:lvl1pPr defTabSz="1219318">
                <a:defRPr sz="16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r>
                <a:t>WELCOME VISITORS</a:t>
              </a:r>
            </a:p>
          </p:txBody>
        </p:sp>
        <p:grpSp>
          <p:nvGrpSpPr>
            <p:cNvPr id="55" name="橢圓 30">
              <a:extLst>
                <a:ext uri="{FF2B5EF4-FFF2-40B4-BE49-F238E27FC236}">
                  <a16:creationId xmlns:a16="http://schemas.microsoft.com/office/drawing/2014/main" xmlns="" id="{6EB71EE6-6735-14B0-DA9A-EC355F55C01C}"/>
                </a:ext>
              </a:extLst>
            </p:cNvPr>
            <p:cNvGrpSpPr/>
            <p:nvPr/>
          </p:nvGrpSpPr>
          <p:grpSpPr>
            <a:xfrm>
              <a:off x="9169203" y="54000"/>
              <a:ext cx="1235182" cy="1235186"/>
              <a:chOff x="-2" y="-2"/>
              <a:chExt cx="1235181" cy="1235185"/>
            </a:xfrm>
          </p:grpSpPr>
          <p:sp>
            <p:nvSpPr>
              <p:cNvPr id="57" name="圓形">
                <a:extLst>
                  <a:ext uri="{FF2B5EF4-FFF2-40B4-BE49-F238E27FC236}">
                    <a16:creationId xmlns:a16="http://schemas.microsoft.com/office/drawing/2014/main" xmlns="" id="{DC44ACC2-811F-68B6-63B7-C25695ABCC2D}"/>
                  </a:ext>
                </a:extLst>
              </p:cNvPr>
              <p:cNvSpPr/>
              <p:nvPr/>
            </p:nvSpPr>
            <p:spPr>
              <a:xfrm>
                <a:off x="-2" y="-2"/>
                <a:ext cx="1235181" cy="1235185"/>
              </a:xfrm>
              <a:prstGeom prst="ellipse">
                <a:avLst/>
              </a:prstGeom>
              <a:solidFill>
                <a:srgbClr val="CF2031"/>
              </a:solidFill>
              <a:ln w="19050" cap="flat">
                <a:solidFill>
                  <a:srgbClr val="CF2031"/>
                </a:solidFill>
                <a:prstDash val="solid"/>
                <a:miter lim="800000"/>
              </a:ln>
              <a:effectLst>
                <a:outerShdw blurRad="76200" dist="37674" dir="2700000" rotWithShape="0">
                  <a:srgbClr val="000000">
                    <a:alpha val="40000"/>
                  </a:srgbClr>
                </a:outerShdw>
              </a:effectLst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1219318">
                  <a:defRPr sz="3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58" name="02">
                <a:extLst>
                  <a:ext uri="{FF2B5EF4-FFF2-40B4-BE49-F238E27FC236}">
                    <a16:creationId xmlns:a16="http://schemas.microsoft.com/office/drawing/2014/main" xmlns="" id="{BFB696E0-8564-5B33-0B38-FC844FD37BCA}"/>
                  </a:ext>
                </a:extLst>
              </p:cNvPr>
              <p:cNvSpPr txBox="1"/>
              <p:nvPr/>
            </p:nvSpPr>
            <p:spPr>
              <a:xfrm>
                <a:off x="235412" y="325921"/>
                <a:ext cx="764352" cy="58331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4999" tIns="44999" rIns="44999" bIns="44999" numCol="1" anchor="ctr">
                <a:spAutoFit/>
              </a:bodyPr>
              <a:lstStyle>
                <a:lvl1pPr algn="ctr" defTabSz="1219318">
                  <a:defRPr sz="3200" b="1">
                    <a:solidFill>
                      <a:srgbClr val="FFFFFF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defRPr>
                </a:lvl1pPr>
              </a:lstStyle>
              <a:p>
                <a:r>
                  <a:rPr smtClean="0"/>
                  <a:t>0</a:t>
                </a:r>
                <a:r>
                  <a:rPr lang="en-US" smtClean="0"/>
                  <a:t>1</a:t>
                </a:r>
              </a:p>
            </p:txBody>
          </p:sp>
        </p:grpSp>
        <p:sp>
          <p:nvSpPr>
            <p:cNvPr id="56" name="文字方塊 28">
              <a:extLst>
                <a:ext uri="{FF2B5EF4-FFF2-40B4-BE49-F238E27FC236}">
                  <a16:creationId xmlns:a16="http://schemas.microsoft.com/office/drawing/2014/main" xmlns="" id="{FDEB0F6B-5468-4333-0783-0B70F0A918F9}"/>
                </a:ext>
              </a:extLst>
            </p:cNvPr>
            <p:cNvSpPr txBox="1"/>
            <p:nvPr/>
          </p:nvSpPr>
          <p:spPr>
            <a:xfrm>
              <a:off x="1002962" y="96123"/>
              <a:ext cx="7034052" cy="940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>
              <a:lvl1pPr algn="just" defTabSz="1219318">
                <a:defRPr sz="48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r>
                <a:rPr dirty="0"/>
                <a:t>來賓15秒自我介紹</a:t>
              </a:r>
            </a:p>
          </p:txBody>
        </p:sp>
      </p:grpSp>
      <p:sp>
        <p:nvSpPr>
          <p:cNvPr id="50" name="文字方塊 1">
            <a:extLst>
              <a:ext uri="{FF2B5EF4-FFF2-40B4-BE49-F238E27FC236}">
                <a16:creationId xmlns:a16="http://schemas.microsoft.com/office/drawing/2014/main" xmlns="" id="{AEEAD3CC-BFC0-0C12-9D33-83DA249EE6D9}"/>
              </a:ext>
            </a:extLst>
          </p:cNvPr>
          <p:cNvSpPr txBox="1"/>
          <p:nvPr/>
        </p:nvSpPr>
        <p:spPr>
          <a:xfrm>
            <a:off x="6457086" y="4006870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endParaRPr lang="zh-TW" altLang="en-US" sz="2800" dirty="0"/>
          </a:p>
        </p:txBody>
      </p:sp>
      <p:sp>
        <p:nvSpPr>
          <p:cNvPr id="61" name="文字方塊 1">
            <a:extLst>
              <a:ext uri="{FF2B5EF4-FFF2-40B4-BE49-F238E27FC236}">
                <a16:creationId xmlns:a16="http://schemas.microsoft.com/office/drawing/2014/main" xmlns="" id="{1080D13B-346E-6AA5-BA21-6F5E163775B0}"/>
              </a:ext>
            </a:extLst>
          </p:cNvPr>
          <p:cNvSpPr txBox="1"/>
          <p:nvPr/>
        </p:nvSpPr>
        <p:spPr>
          <a:xfrm>
            <a:off x="6338379" y="2953784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r>
              <a:rPr lang="zh-TW" altLang="en-US" sz="2800" dirty="0"/>
              <a:t>{{SERVICE10}}</a:t>
            </a:r>
            <a:endParaRPr lang="zh-TW" altLang="en-US" sz="2800" dirty="0"/>
          </a:p>
        </p:txBody>
      </p:sp>
      <p:sp>
        <p:nvSpPr>
          <p:cNvPr id="3" name="文字方塊 1">
            <a:extLst>
              <a:ext uri="{FF2B5EF4-FFF2-40B4-BE49-F238E27FC236}">
                <a16:creationId xmlns:a16="http://schemas.microsoft.com/office/drawing/2014/main" xmlns="" id="{879A7CB1-DF92-1475-A893-865DBE704EAE}"/>
              </a:ext>
            </a:extLst>
          </p:cNvPr>
          <p:cNvSpPr txBox="1"/>
          <p:nvPr/>
        </p:nvSpPr>
        <p:spPr>
          <a:xfrm>
            <a:off x="6400319" y="3747445"/>
            <a:ext cx="5467425" cy="829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r>
              <a:rPr lang="zh-TW" altLang="en-US" sz="2400" dirty="0"/>
              <a:t>{{SEEKING10}}</a:t>
            </a:r>
            <a:endParaRPr lang="zh-TW" altLang="en-US" sz="2400" dirty="0"/>
          </a:p>
        </p:txBody>
      </p:sp>
      <p:sp>
        <p:nvSpPr>
          <p:cNvPr id="910" name="PhotoBox"/>
          <p:cNvSpPr/>
          <p:nvPr/>
        </p:nvSpPr>
        <p:spPr>
          <a:xfrm>
            <a:off x="936972" y="1585307"/>
            <a:ext cx="2101540" cy="3312245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A6221A"/>
            </a:solidFill>
            <a:prstDash val="dash"/>
          </a:ln>
        </p:spPr>
        <p:txBody>
          <a:bodyPr anchor="ctr"/>
          <a:lstStyle/>
          <a:p>
            <a:pPr algn="ctr"/>
            <a:r>
              <a:rPr lang="zh-TW" sz="1500">
                <a:solidFill>
                  <a:srgbClr val="7A6E5A"/>
                </a:solidFill>
              </a:rPr>
              <a:t>請貼上來賓照片</a:t>
            </a:r>
          </a:p>
          <a:p>
            <a:pPr algn="ctr"/>
            <a:r>
              <a:rPr lang="zh-TW" sz="1100">
                <a:solidFill>
                  <a:srgbClr val="7A6E5A"/>
                </a:solidFill>
              </a:rPr>
              <a:t>(下載後自行貼上)</a:t>
            </a:r>
          </a:p>
        </p:txBody>
      </p:sp>
    </p:spTree>
    <p:extLst>
      <p:ext uri="{BB962C8B-B14F-4D97-AF65-F5344CB8AC3E}">
        <p14:creationId xmlns:p14="http://schemas.microsoft.com/office/powerpoint/2010/main" val="3676949798"/>
      </p:ext>
    </p:extLst>
  </p:cSld>
  <p:clrMapOvr>
    <a:masterClrMapping/>
  </p:clrMapOvr>
</p:sld>
</file>

<file path=ppt/slides/slideG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4C9FC0D-04C7-9CDD-F82E-B9BCA948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矩形 2">
            <a:extLst>
              <a:ext uri="{FF2B5EF4-FFF2-40B4-BE49-F238E27FC236}">
                <a16:creationId xmlns:a16="http://schemas.microsoft.com/office/drawing/2014/main" xmlns="" id="{5D6DAABF-D057-E96D-98C3-C235BE9EAD8D}"/>
              </a:ext>
            </a:extLst>
          </p:cNvPr>
          <p:cNvGrpSpPr/>
          <p:nvPr/>
        </p:nvGrpSpPr>
        <p:grpSpPr>
          <a:xfrm>
            <a:off x="1771191" y="5831987"/>
            <a:ext cx="1178659" cy="383780"/>
            <a:chOff x="-1" y="0"/>
            <a:chExt cx="1178657" cy="383778"/>
          </a:xfrm>
        </p:grpSpPr>
        <p:sp>
          <p:nvSpPr>
            <p:cNvPr id="5" name="矩形">
              <a:extLst>
                <a:ext uri="{FF2B5EF4-FFF2-40B4-BE49-F238E27FC236}">
                  <a16:creationId xmlns:a16="http://schemas.microsoft.com/office/drawing/2014/main" xmlns="" id="{CBC5F700-2CB3-4CA1-6EE6-8B65700EF1F7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" name="金融投資">
              <a:extLst>
                <a:ext uri="{FF2B5EF4-FFF2-40B4-BE49-F238E27FC236}">
                  <a16:creationId xmlns:a16="http://schemas.microsoft.com/office/drawing/2014/main" xmlns="" id="{72175538-B2BE-E4E4-EFD1-C073FD90CEA9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金融投資</a:t>
              </a:r>
            </a:p>
          </p:txBody>
        </p:sp>
      </p:grpSp>
      <p:grpSp>
        <p:nvGrpSpPr>
          <p:cNvPr id="7" name="矩形 2">
            <a:extLst>
              <a:ext uri="{FF2B5EF4-FFF2-40B4-BE49-F238E27FC236}">
                <a16:creationId xmlns:a16="http://schemas.microsoft.com/office/drawing/2014/main" xmlns="" id="{783FA7C6-08B2-D9FF-2FCE-D5F94D8A267E}"/>
              </a:ext>
            </a:extLst>
          </p:cNvPr>
          <p:cNvGrpSpPr/>
          <p:nvPr/>
        </p:nvGrpSpPr>
        <p:grpSpPr>
          <a:xfrm>
            <a:off x="3017511" y="5831987"/>
            <a:ext cx="1178659" cy="383780"/>
            <a:chOff x="-1" y="0"/>
            <a:chExt cx="1178657" cy="383778"/>
          </a:xfrm>
        </p:grpSpPr>
        <p:sp>
          <p:nvSpPr>
            <p:cNvPr id="8" name="矩形">
              <a:extLst>
                <a:ext uri="{FF2B5EF4-FFF2-40B4-BE49-F238E27FC236}">
                  <a16:creationId xmlns:a16="http://schemas.microsoft.com/office/drawing/2014/main" xmlns="" id="{737BE9B1-C068-8950-4AAE-8AB5380957B8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" name="品牌推廣">
              <a:extLst>
                <a:ext uri="{FF2B5EF4-FFF2-40B4-BE49-F238E27FC236}">
                  <a16:creationId xmlns:a16="http://schemas.microsoft.com/office/drawing/2014/main" xmlns="" id="{4F1669A1-5291-9DEC-1BE9-D1BB03174833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品牌推廣</a:t>
              </a:r>
            </a:p>
          </p:txBody>
        </p:sp>
      </p:grpSp>
      <p:grpSp>
        <p:nvGrpSpPr>
          <p:cNvPr id="10" name="矩形 2">
            <a:extLst>
              <a:ext uri="{FF2B5EF4-FFF2-40B4-BE49-F238E27FC236}">
                <a16:creationId xmlns:a16="http://schemas.microsoft.com/office/drawing/2014/main" xmlns="" id="{7FAF0CBB-E577-255F-C8AA-C2D59E1813CD}"/>
              </a:ext>
            </a:extLst>
          </p:cNvPr>
          <p:cNvGrpSpPr/>
          <p:nvPr/>
        </p:nvGrpSpPr>
        <p:grpSpPr>
          <a:xfrm>
            <a:off x="4254469" y="5831987"/>
            <a:ext cx="1178659" cy="383780"/>
            <a:chOff x="-1" y="0"/>
            <a:chExt cx="1178657" cy="383778"/>
          </a:xfrm>
        </p:grpSpPr>
        <p:sp>
          <p:nvSpPr>
            <p:cNvPr id="11" name="矩形">
              <a:extLst>
                <a:ext uri="{FF2B5EF4-FFF2-40B4-BE49-F238E27FC236}">
                  <a16:creationId xmlns:a16="http://schemas.microsoft.com/office/drawing/2014/main" xmlns="" id="{2C0E2AA6-3245-4DB6-A9E9-C968D2A7D580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2" name="商業服務">
              <a:extLst>
                <a:ext uri="{FF2B5EF4-FFF2-40B4-BE49-F238E27FC236}">
                  <a16:creationId xmlns:a16="http://schemas.microsoft.com/office/drawing/2014/main" xmlns="" id="{A10E25BF-C5DF-E231-42AC-12B9467FB38D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商業服務</a:t>
              </a:r>
            </a:p>
          </p:txBody>
        </p:sp>
      </p:grpSp>
      <p:grpSp>
        <p:nvGrpSpPr>
          <p:cNvPr id="13" name="矩形 2">
            <a:extLst>
              <a:ext uri="{FF2B5EF4-FFF2-40B4-BE49-F238E27FC236}">
                <a16:creationId xmlns:a16="http://schemas.microsoft.com/office/drawing/2014/main" xmlns="" id="{642D1255-5A24-91AA-33D6-7DCA2C8AA973}"/>
              </a:ext>
            </a:extLst>
          </p:cNvPr>
          <p:cNvGrpSpPr/>
          <p:nvPr/>
        </p:nvGrpSpPr>
        <p:grpSpPr>
          <a:xfrm>
            <a:off x="5491428" y="5831987"/>
            <a:ext cx="1178656" cy="383780"/>
            <a:chOff x="-1" y="0"/>
            <a:chExt cx="1178654" cy="383778"/>
          </a:xfrm>
        </p:grpSpPr>
        <p:sp>
          <p:nvSpPr>
            <p:cNvPr id="14" name="矩形">
              <a:extLst>
                <a:ext uri="{FF2B5EF4-FFF2-40B4-BE49-F238E27FC236}">
                  <a16:creationId xmlns:a16="http://schemas.microsoft.com/office/drawing/2014/main" xmlns="" id="{9D12C0D3-B366-1864-B7C7-05C6882668F5}"/>
                </a:ext>
              </a:extLst>
            </p:cNvPr>
            <p:cNvSpPr/>
            <p:nvPr/>
          </p:nvSpPr>
          <p:spPr>
            <a:xfrm>
              <a:off x="-2" y="-1"/>
              <a:ext cx="1178656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" name="醫療健康">
              <a:extLst>
                <a:ext uri="{FF2B5EF4-FFF2-40B4-BE49-F238E27FC236}">
                  <a16:creationId xmlns:a16="http://schemas.microsoft.com/office/drawing/2014/main" xmlns="" id="{F5CF93FC-3C84-1AA2-C15D-7A10D1878C5B}"/>
                </a:ext>
              </a:extLst>
            </p:cNvPr>
            <p:cNvSpPr txBox="1"/>
            <p:nvPr/>
          </p:nvSpPr>
          <p:spPr>
            <a:xfrm>
              <a:off x="54526" y="7185"/>
              <a:ext cx="1069601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醫療健康</a:t>
              </a:r>
            </a:p>
          </p:txBody>
        </p:sp>
      </p:grpSp>
      <p:grpSp>
        <p:nvGrpSpPr>
          <p:cNvPr id="16" name="矩形 2">
            <a:extLst>
              <a:ext uri="{FF2B5EF4-FFF2-40B4-BE49-F238E27FC236}">
                <a16:creationId xmlns:a16="http://schemas.microsoft.com/office/drawing/2014/main" xmlns="" id="{E36532E3-06CB-6256-CEAE-03233547F4FB}"/>
              </a:ext>
            </a:extLst>
          </p:cNvPr>
          <p:cNvGrpSpPr/>
          <p:nvPr/>
        </p:nvGrpSpPr>
        <p:grpSpPr>
          <a:xfrm>
            <a:off x="6728750" y="5831987"/>
            <a:ext cx="1178659" cy="383780"/>
            <a:chOff x="-1" y="0"/>
            <a:chExt cx="1178657" cy="383778"/>
          </a:xfrm>
        </p:grpSpPr>
        <p:sp>
          <p:nvSpPr>
            <p:cNvPr id="17" name="矩形">
              <a:extLst>
                <a:ext uri="{FF2B5EF4-FFF2-40B4-BE49-F238E27FC236}">
                  <a16:creationId xmlns:a16="http://schemas.microsoft.com/office/drawing/2014/main" xmlns="" id="{2AC36A8F-B16F-8E8C-0EDC-1AFEA896E0D9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8" name="食品餐飲">
              <a:extLst>
                <a:ext uri="{FF2B5EF4-FFF2-40B4-BE49-F238E27FC236}">
                  <a16:creationId xmlns:a16="http://schemas.microsoft.com/office/drawing/2014/main" xmlns="" id="{DF4543CD-11F2-22CE-1A53-24DBE70CDE10}"/>
                </a:ext>
              </a:extLst>
            </p:cNvPr>
            <p:cNvSpPr txBox="1"/>
            <p:nvPr/>
          </p:nvSpPr>
          <p:spPr>
            <a:xfrm>
              <a:off x="54528" y="7185"/>
              <a:ext cx="1069603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食品餐飲</a:t>
              </a:r>
            </a:p>
          </p:txBody>
        </p:sp>
      </p:grpSp>
      <p:grpSp>
        <p:nvGrpSpPr>
          <p:cNvPr id="19" name="矩形 2">
            <a:extLst>
              <a:ext uri="{FF2B5EF4-FFF2-40B4-BE49-F238E27FC236}">
                <a16:creationId xmlns:a16="http://schemas.microsoft.com/office/drawing/2014/main" xmlns="" id="{D1AC1ED6-DA3D-795A-B487-485A1CFCE0F1}"/>
              </a:ext>
            </a:extLst>
          </p:cNvPr>
          <p:cNvGrpSpPr/>
          <p:nvPr/>
        </p:nvGrpSpPr>
        <p:grpSpPr>
          <a:xfrm>
            <a:off x="7965711" y="5831987"/>
            <a:ext cx="1178659" cy="383780"/>
            <a:chOff x="-1" y="0"/>
            <a:chExt cx="1178657" cy="383778"/>
          </a:xfrm>
        </p:grpSpPr>
        <p:sp>
          <p:nvSpPr>
            <p:cNvPr id="20" name="矩形">
              <a:extLst>
                <a:ext uri="{FF2B5EF4-FFF2-40B4-BE49-F238E27FC236}">
                  <a16:creationId xmlns:a16="http://schemas.microsoft.com/office/drawing/2014/main" xmlns="" id="{374F9E01-9666-70B5-1726-22E3F7A3F79D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1" name="時尚生活">
              <a:extLst>
                <a:ext uri="{FF2B5EF4-FFF2-40B4-BE49-F238E27FC236}">
                  <a16:creationId xmlns:a16="http://schemas.microsoft.com/office/drawing/2014/main" xmlns="" id="{14475685-DEB0-11B7-4666-781CD69C5AAA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時尚生活</a:t>
              </a:r>
            </a:p>
          </p:txBody>
        </p:sp>
      </p:grpSp>
      <p:grpSp>
        <p:nvGrpSpPr>
          <p:cNvPr id="22" name="矩形 2">
            <a:extLst>
              <a:ext uri="{FF2B5EF4-FFF2-40B4-BE49-F238E27FC236}">
                <a16:creationId xmlns:a16="http://schemas.microsoft.com/office/drawing/2014/main" xmlns="" id="{D57A40FB-9FD5-AF5C-B247-9D45094F0ACC}"/>
              </a:ext>
            </a:extLst>
          </p:cNvPr>
          <p:cNvGrpSpPr/>
          <p:nvPr/>
        </p:nvGrpSpPr>
        <p:grpSpPr>
          <a:xfrm>
            <a:off x="9203030" y="5831987"/>
            <a:ext cx="1456576" cy="383780"/>
            <a:chOff x="0" y="0"/>
            <a:chExt cx="1456574" cy="383778"/>
          </a:xfrm>
        </p:grpSpPr>
        <p:sp>
          <p:nvSpPr>
            <p:cNvPr id="23" name="矩形">
              <a:extLst>
                <a:ext uri="{FF2B5EF4-FFF2-40B4-BE49-F238E27FC236}">
                  <a16:creationId xmlns:a16="http://schemas.microsoft.com/office/drawing/2014/main" xmlns="" id="{D5FDBC8C-7C5A-7DCD-F277-4A74DC67413C}"/>
                </a:ext>
              </a:extLst>
            </p:cNvPr>
            <p:cNvSpPr/>
            <p:nvPr/>
          </p:nvSpPr>
          <p:spPr>
            <a:xfrm>
              <a:off x="-1" y="-1"/>
              <a:ext cx="1456575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4" name="商品規劃包裝">
              <a:extLst>
                <a:ext uri="{FF2B5EF4-FFF2-40B4-BE49-F238E27FC236}">
                  <a16:creationId xmlns:a16="http://schemas.microsoft.com/office/drawing/2014/main" xmlns="" id="{69932356-4EBD-8211-99F8-1862A49945BF}"/>
                </a:ext>
              </a:extLst>
            </p:cNvPr>
            <p:cNvSpPr txBox="1"/>
            <p:nvPr/>
          </p:nvSpPr>
          <p:spPr>
            <a:xfrm>
              <a:off x="54525" y="7185"/>
              <a:ext cx="1347524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商品規劃包裝</a:t>
              </a:r>
            </a:p>
          </p:txBody>
        </p:sp>
      </p:grpSp>
      <p:grpSp>
        <p:nvGrpSpPr>
          <p:cNvPr id="25" name="矩形 2">
            <a:extLst>
              <a:ext uri="{FF2B5EF4-FFF2-40B4-BE49-F238E27FC236}">
                <a16:creationId xmlns:a16="http://schemas.microsoft.com/office/drawing/2014/main" xmlns="" id="{86D65167-FCDD-6DA3-150E-9B2E76978415}"/>
              </a:ext>
            </a:extLst>
          </p:cNvPr>
          <p:cNvGrpSpPr/>
          <p:nvPr/>
        </p:nvGrpSpPr>
        <p:grpSpPr>
          <a:xfrm>
            <a:off x="10708909" y="5831987"/>
            <a:ext cx="1384577" cy="383780"/>
            <a:chOff x="-1" y="0"/>
            <a:chExt cx="1384576" cy="383778"/>
          </a:xfrm>
        </p:grpSpPr>
        <p:sp>
          <p:nvSpPr>
            <p:cNvPr id="26" name="矩形">
              <a:extLst>
                <a:ext uri="{FF2B5EF4-FFF2-40B4-BE49-F238E27FC236}">
                  <a16:creationId xmlns:a16="http://schemas.microsoft.com/office/drawing/2014/main" xmlns="" id="{17F8C02D-C443-33B9-8F9D-9CBE3C9CFCA0}"/>
                </a:ext>
              </a:extLst>
            </p:cNvPr>
            <p:cNvSpPr/>
            <p:nvPr/>
          </p:nvSpPr>
          <p:spPr>
            <a:xfrm>
              <a:off x="-2" y="-1"/>
              <a:ext cx="1384577" cy="383780"/>
            </a:xfrm>
            <a:prstGeom prst="rect">
              <a:avLst/>
            </a:prstGeom>
            <a:solidFill>
              <a:srgbClr val="00B05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7" name="參訪來賓">
              <a:extLst>
                <a:ext uri="{FF2B5EF4-FFF2-40B4-BE49-F238E27FC236}">
                  <a16:creationId xmlns:a16="http://schemas.microsoft.com/office/drawing/2014/main" xmlns="" id="{AE141260-B956-1BD4-55F8-93AE6D1B1222}"/>
                </a:ext>
              </a:extLst>
            </p:cNvPr>
            <p:cNvSpPr txBox="1"/>
            <p:nvPr/>
          </p:nvSpPr>
          <p:spPr>
            <a:xfrm>
              <a:off x="45002" y="7185"/>
              <a:ext cx="1294575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參訪來賓</a:t>
              </a:r>
            </a:p>
          </p:txBody>
        </p:sp>
      </p:grpSp>
      <p:grpSp>
        <p:nvGrpSpPr>
          <p:cNvPr id="28" name="矩形: 圓角 19">
            <a:extLst>
              <a:ext uri="{FF2B5EF4-FFF2-40B4-BE49-F238E27FC236}">
                <a16:creationId xmlns:a16="http://schemas.microsoft.com/office/drawing/2014/main" xmlns="" id="{80EC3EEC-320C-48F5-19EA-EDFBFD775664}"/>
              </a:ext>
            </a:extLst>
          </p:cNvPr>
          <p:cNvGrpSpPr/>
          <p:nvPr/>
        </p:nvGrpSpPr>
        <p:grpSpPr>
          <a:xfrm>
            <a:off x="3773055" y="1822260"/>
            <a:ext cx="2431568" cy="970750"/>
            <a:chOff x="0" y="0"/>
            <a:chExt cx="2431566" cy="970748"/>
          </a:xfrm>
        </p:grpSpPr>
        <p:sp>
          <p:nvSpPr>
            <p:cNvPr id="29" name="圓角矩形">
              <a:extLst>
                <a:ext uri="{FF2B5EF4-FFF2-40B4-BE49-F238E27FC236}">
                  <a16:creationId xmlns:a16="http://schemas.microsoft.com/office/drawing/2014/main" xmlns="" id="{3A345DC8-D17A-6BB1-00B0-5F7F5785ABFD}"/>
                </a:ext>
              </a:extLst>
            </p:cNvPr>
            <p:cNvSpPr/>
            <p:nvPr/>
          </p:nvSpPr>
          <p:spPr>
            <a:xfrm>
              <a:off x="-1" y="-1"/>
              <a:ext cx="2431567" cy="970749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0" name="公司名稱…">
              <a:extLst>
                <a:ext uri="{FF2B5EF4-FFF2-40B4-BE49-F238E27FC236}">
                  <a16:creationId xmlns:a16="http://schemas.microsoft.com/office/drawing/2014/main" xmlns="" id="{640E4531-6A68-617A-5143-02C5B623F5CF}"/>
                </a:ext>
              </a:extLst>
            </p:cNvPr>
            <p:cNvSpPr txBox="1"/>
            <p:nvPr/>
          </p:nvSpPr>
          <p:spPr>
            <a:xfrm>
              <a:off x="88351" y="59369"/>
              <a:ext cx="2254860" cy="8519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r>
                <a:rPr dirty="0" err="1"/>
                <a:t>公司名稱</a:t>
              </a:r>
              <a:endParaRPr dirty="0"/>
            </a:p>
            <a:p>
              <a: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r>
                <a:rPr dirty="0" err="1"/>
                <a:t>職務名稱</a:t>
              </a:r>
              <a:endParaRPr dirty="0"/>
            </a:p>
          </p:txBody>
        </p:sp>
      </p:grpSp>
      <p:grpSp>
        <p:nvGrpSpPr>
          <p:cNvPr id="31" name="矩形: 圓角 25">
            <a:extLst>
              <a:ext uri="{FF2B5EF4-FFF2-40B4-BE49-F238E27FC236}">
                <a16:creationId xmlns:a16="http://schemas.microsoft.com/office/drawing/2014/main" xmlns="" id="{DE62D0C2-76AA-F83C-C1F7-A1497EF6171F}"/>
              </a:ext>
            </a:extLst>
          </p:cNvPr>
          <p:cNvGrpSpPr/>
          <p:nvPr/>
        </p:nvGrpSpPr>
        <p:grpSpPr>
          <a:xfrm>
            <a:off x="3782098" y="2818471"/>
            <a:ext cx="2413481" cy="963529"/>
            <a:chOff x="0" y="-1"/>
            <a:chExt cx="2413480" cy="963528"/>
          </a:xfrm>
        </p:grpSpPr>
        <p:sp>
          <p:nvSpPr>
            <p:cNvPr id="32" name="圓角矩形">
              <a:extLst>
                <a:ext uri="{FF2B5EF4-FFF2-40B4-BE49-F238E27FC236}">
                  <a16:creationId xmlns:a16="http://schemas.microsoft.com/office/drawing/2014/main" xmlns="" id="{33F9D984-0491-C7AE-94B6-008944DB26A6}"/>
                </a:ext>
              </a:extLst>
            </p:cNvPr>
            <p:cNvSpPr/>
            <p:nvPr/>
          </p:nvSpPr>
          <p:spPr>
            <a:xfrm>
              <a:off x="-1" y="-2"/>
              <a:ext cx="2413481" cy="963530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3" name="服務項目">
              <a:extLst>
                <a:ext uri="{FF2B5EF4-FFF2-40B4-BE49-F238E27FC236}">
                  <a16:creationId xmlns:a16="http://schemas.microsoft.com/office/drawing/2014/main" xmlns="" id="{51876C5B-1C19-2987-7D9A-D2B2E9C25AED}"/>
                </a:ext>
              </a:extLst>
            </p:cNvPr>
            <p:cNvSpPr txBox="1"/>
            <p:nvPr/>
          </p:nvSpPr>
          <p:spPr>
            <a:xfrm>
              <a:off x="88345" y="245538"/>
              <a:ext cx="2236788" cy="472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服務項目</a:t>
              </a:r>
            </a:p>
          </p:txBody>
        </p:sp>
      </p:grpSp>
      <p:grpSp>
        <p:nvGrpSpPr>
          <p:cNvPr id="34" name="矩形: 圓角 26">
            <a:extLst>
              <a:ext uri="{FF2B5EF4-FFF2-40B4-BE49-F238E27FC236}">
                <a16:creationId xmlns:a16="http://schemas.microsoft.com/office/drawing/2014/main" xmlns="" id="{D73FE79E-F307-118F-A738-2A317BB9BD45}"/>
              </a:ext>
            </a:extLst>
          </p:cNvPr>
          <p:cNvGrpSpPr/>
          <p:nvPr/>
        </p:nvGrpSpPr>
        <p:grpSpPr>
          <a:xfrm>
            <a:off x="3812665" y="3815705"/>
            <a:ext cx="2413481" cy="963530"/>
            <a:chOff x="-1" y="-1"/>
            <a:chExt cx="2413480" cy="963528"/>
          </a:xfrm>
        </p:grpSpPr>
        <p:sp>
          <p:nvSpPr>
            <p:cNvPr id="35" name="圓角矩形">
              <a:extLst>
                <a:ext uri="{FF2B5EF4-FFF2-40B4-BE49-F238E27FC236}">
                  <a16:creationId xmlns:a16="http://schemas.microsoft.com/office/drawing/2014/main" xmlns="" id="{89803A57-7F08-979B-D3F4-4D030A083EBE}"/>
                </a:ext>
              </a:extLst>
            </p:cNvPr>
            <p:cNvSpPr/>
            <p:nvPr/>
          </p:nvSpPr>
          <p:spPr>
            <a:xfrm>
              <a:off x="-2" y="-2"/>
              <a:ext cx="2413482" cy="963530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6" name="需要引薦">
              <a:extLst>
                <a:ext uri="{FF2B5EF4-FFF2-40B4-BE49-F238E27FC236}">
                  <a16:creationId xmlns:a16="http://schemas.microsoft.com/office/drawing/2014/main" xmlns="" id="{3541D158-AB5C-C676-2D18-E5CA5F36210E}"/>
                </a:ext>
              </a:extLst>
            </p:cNvPr>
            <p:cNvSpPr txBox="1"/>
            <p:nvPr/>
          </p:nvSpPr>
          <p:spPr>
            <a:xfrm>
              <a:off x="88345" y="226489"/>
              <a:ext cx="2236786" cy="510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需要引薦</a:t>
              </a:r>
            </a:p>
          </p:txBody>
        </p:sp>
      </p:grpSp>
      <p:sp>
        <p:nvSpPr>
          <p:cNvPr id="37" name="直線單箭頭接點 29">
            <a:extLst>
              <a:ext uri="{FF2B5EF4-FFF2-40B4-BE49-F238E27FC236}">
                <a16:creationId xmlns:a16="http://schemas.microsoft.com/office/drawing/2014/main" xmlns="" id="{07C57310-FFF6-C651-5D94-70282D6C3896}"/>
              </a:ext>
            </a:extLst>
          </p:cNvPr>
          <p:cNvSpPr/>
          <p:nvPr/>
        </p:nvSpPr>
        <p:spPr>
          <a:xfrm>
            <a:off x="5976798" y="4770054"/>
            <a:ext cx="5486911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8" name="文字方塊 1">
            <a:extLst>
              <a:ext uri="{FF2B5EF4-FFF2-40B4-BE49-F238E27FC236}">
                <a16:creationId xmlns:a16="http://schemas.microsoft.com/office/drawing/2014/main" xmlns="" id="{887A8847-F8A4-EF01-BF17-C95818EA43C6}"/>
              </a:ext>
            </a:extLst>
          </p:cNvPr>
          <p:cNvSpPr txBox="1"/>
          <p:nvPr/>
        </p:nvSpPr>
        <p:spPr>
          <a:xfrm>
            <a:off x="6281783" y="1993953"/>
            <a:ext cx="5658163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28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rPr lang="zh-TW" altLang="en-US" dirty="0"/>
              <a:t>{{CT11}}</a:t>
            </a:r>
            <a:endParaRPr dirty="0"/>
          </a:p>
        </p:txBody>
      </p:sp>
      <p:sp>
        <p:nvSpPr>
          <p:cNvPr id="39" name="文字方塊 1">
            <a:extLst>
              <a:ext uri="{FF2B5EF4-FFF2-40B4-BE49-F238E27FC236}">
                <a16:creationId xmlns:a16="http://schemas.microsoft.com/office/drawing/2014/main" xmlns="" id="{C159DF6A-F09F-E92B-F80F-BD57032004B2}"/>
              </a:ext>
            </a:extLst>
          </p:cNvPr>
          <p:cNvSpPr txBox="1"/>
          <p:nvPr/>
        </p:nvSpPr>
        <p:spPr>
          <a:xfrm>
            <a:off x="6123439" y="3754389"/>
            <a:ext cx="6137395" cy="460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>
            <a:lvl1pPr defTabSz="1219318">
              <a:defRPr sz="24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endParaRPr lang="zh-TW" altLang="en-US" dirty="0"/>
          </a:p>
        </p:txBody>
      </p:sp>
      <p:sp>
        <p:nvSpPr>
          <p:cNvPr id="40" name="直線單箭頭接點 29">
            <a:extLst>
              <a:ext uri="{FF2B5EF4-FFF2-40B4-BE49-F238E27FC236}">
                <a16:creationId xmlns:a16="http://schemas.microsoft.com/office/drawing/2014/main" xmlns="" id="{FD581968-7466-9E82-1A34-FB54CA1DE996}"/>
              </a:ext>
            </a:extLst>
          </p:cNvPr>
          <p:cNvSpPr/>
          <p:nvPr/>
        </p:nvSpPr>
        <p:spPr>
          <a:xfrm>
            <a:off x="5811585" y="3739640"/>
            <a:ext cx="5486910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1" name="直線單箭頭接點 29">
            <a:extLst>
              <a:ext uri="{FF2B5EF4-FFF2-40B4-BE49-F238E27FC236}">
                <a16:creationId xmlns:a16="http://schemas.microsoft.com/office/drawing/2014/main" xmlns="" id="{3215EE6C-AB6B-F464-7BB7-3378156EE67E}"/>
              </a:ext>
            </a:extLst>
          </p:cNvPr>
          <p:cNvSpPr/>
          <p:nvPr/>
        </p:nvSpPr>
        <p:spPr>
          <a:xfrm>
            <a:off x="5701296" y="2715420"/>
            <a:ext cx="5486910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grpSp>
        <p:nvGrpSpPr>
          <p:cNvPr id="42" name="矩形: 圆角 10">
            <a:extLst>
              <a:ext uri="{FF2B5EF4-FFF2-40B4-BE49-F238E27FC236}">
                <a16:creationId xmlns:a16="http://schemas.microsoft.com/office/drawing/2014/main" xmlns="" id="{F5BEFD9A-27E7-E95C-2FFC-8706CAEA0A23}"/>
              </a:ext>
            </a:extLst>
          </p:cNvPr>
          <p:cNvGrpSpPr/>
          <p:nvPr/>
        </p:nvGrpSpPr>
        <p:grpSpPr>
          <a:xfrm>
            <a:off x="1034272" y="4946209"/>
            <a:ext cx="1906943" cy="746741"/>
            <a:chOff x="0" y="15261"/>
            <a:chExt cx="1906941" cy="746739"/>
          </a:xfrm>
        </p:grpSpPr>
        <p:sp>
          <p:nvSpPr>
            <p:cNvPr id="43" name="圓角矩形">
              <a:extLst>
                <a:ext uri="{FF2B5EF4-FFF2-40B4-BE49-F238E27FC236}">
                  <a16:creationId xmlns:a16="http://schemas.microsoft.com/office/drawing/2014/main" xmlns="" id="{9DBFD8BE-FD0B-A5F9-2B4D-E422CBBA673C}"/>
                </a:ext>
              </a:extLst>
            </p:cNvPr>
            <p:cNvSpPr/>
            <p:nvPr/>
          </p:nvSpPr>
          <p:spPr>
            <a:xfrm>
              <a:off x="0" y="15261"/>
              <a:ext cx="1906941" cy="746739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8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44" name="葉芯寧">
              <a:extLst>
                <a:ext uri="{FF2B5EF4-FFF2-40B4-BE49-F238E27FC236}">
                  <a16:creationId xmlns:a16="http://schemas.microsoft.com/office/drawing/2014/main" xmlns="" id="{8265EFF4-6D12-1913-114A-E3EC7358C154}"/>
                </a:ext>
              </a:extLst>
            </p:cNvPr>
            <p:cNvSpPr txBox="1"/>
            <p:nvPr/>
          </p:nvSpPr>
          <p:spPr>
            <a:xfrm>
              <a:off x="112545" y="18284"/>
              <a:ext cx="1681849" cy="7078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39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rPr lang="zh-TW" altLang="en-US" sz="4000" dirty="0"/>
                <a:t>{{NAME11}}</a:t>
              </a:r>
              <a:endParaRPr lang="en-US" altLang="zh-TW" dirty="0"/>
            </a:p>
          </p:txBody>
        </p:sp>
      </p:grpSp>
      <p:grpSp>
        <p:nvGrpSpPr>
          <p:cNvPr id="45" name="矩形: 圓角 26">
            <a:extLst>
              <a:ext uri="{FF2B5EF4-FFF2-40B4-BE49-F238E27FC236}">
                <a16:creationId xmlns:a16="http://schemas.microsoft.com/office/drawing/2014/main" xmlns="" id="{5FCE554C-55C4-EE72-314A-F6C023034063}"/>
              </a:ext>
            </a:extLst>
          </p:cNvPr>
          <p:cNvGrpSpPr/>
          <p:nvPr/>
        </p:nvGrpSpPr>
        <p:grpSpPr>
          <a:xfrm>
            <a:off x="3812665" y="4806993"/>
            <a:ext cx="2414601" cy="963977"/>
            <a:chOff x="0" y="0"/>
            <a:chExt cx="2414599" cy="963975"/>
          </a:xfrm>
        </p:grpSpPr>
        <p:sp>
          <p:nvSpPr>
            <p:cNvPr id="46" name="圓角矩形">
              <a:extLst>
                <a:ext uri="{FF2B5EF4-FFF2-40B4-BE49-F238E27FC236}">
                  <a16:creationId xmlns:a16="http://schemas.microsoft.com/office/drawing/2014/main" xmlns="" id="{E1F597C1-F40E-8D03-4BD1-943D2E892BC9}"/>
                </a:ext>
              </a:extLst>
            </p:cNvPr>
            <p:cNvSpPr/>
            <p:nvPr/>
          </p:nvSpPr>
          <p:spPr>
            <a:xfrm>
              <a:off x="-1" y="-1"/>
              <a:ext cx="2414600" cy="963976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47" name="需要引薦">
              <a:extLst>
                <a:ext uri="{FF2B5EF4-FFF2-40B4-BE49-F238E27FC236}">
                  <a16:creationId xmlns:a16="http://schemas.microsoft.com/office/drawing/2014/main" xmlns="" id="{E8B5C587-E8C0-EECB-99D3-8617816B1FF0}"/>
                </a:ext>
              </a:extLst>
            </p:cNvPr>
            <p:cNvSpPr txBox="1"/>
            <p:nvPr/>
          </p:nvSpPr>
          <p:spPr>
            <a:xfrm>
              <a:off x="88386" y="226712"/>
              <a:ext cx="2237825" cy="510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引薦人</a:t>
              </a:r>
            </a:p>
          </p:txBody>
        </p:sp>
      </p:grpSp>
      <p:sp>
        <p:nvSpPr>
          <p:cNvPr id="48" name="直線單箭頭接點 29">
            <a:extLst>
              <a:ext uri="{FF2B5EF4-FFF2-40B4-BE49-F238E27FC236}">
                <a16:creationId xmlns:a16="http://schemas.microsoft.com/office/drawing/2014/main" xmlns="" id="{F0E96812-3620-8D16-72ED-F2977DE4A1EF}"/>
              </a:ext>
            </a:extLst>
          </p:cNvPr>
          <p:cNvSpPr/>
          <p:nvPr/>
        </p:nvSpPr>
        <p:spPr>
          <a:xfrm>
            <a:off x="6072449" y="5647117"/>
            <a:ext cx="5486911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9" name="文字方塊 1">
            <a:extLst>
              <a:ext uri="{FF2B5EF4-FFF2-40B4-BE49-F238E27FC236}">
                <a16:creationId xmlns:a16="http://schemas.microsoft.com/office/drawing/2014/main" xmlns="" id="{745AD719-865E-C14C-C28F-A1313298D68A}"/>
              </a:ext>
            </a:extLst>
          </p:cNvPr>
          <p:cNvSpPr txBox="1"/>
          <p:nvPr/>
        </p:nvSpPr>
        <p:spPr>
          <a:xfrm>
            <a:off x="6401439" y="4930100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rPr lang="zh-TW" altLang="en-US" sz="2800" dirty="0"/>
              <a:t>{{INVITER11}}</a:t>
            </a:r>
            <a:endParaRPr lang="zh-TW" altLang="en-US" sz="2800" dirty="0"/>
          </a:p>
        </p:txBody>
      </p:sp>
      <p:grpSp>
        <p:nvGrpSpPr>
          <p:cNvPr id="51" name="群組 25">
            <a:extLst>
              <a:ext uri="{FF2B5EF4-FFF2-40B4-BE49-F238E27FC236}">
                <a16:creationId xmlns:a16="http://schemas.microsoft.com/office/drawing/2014/main" xmlns="" id="{1A7F0755-2ADD-2AB0-9B2C-2F3507CBA336}"/>
              </a:ext>
            </a:extLst>
          </p:cNvPr>
          <p:cNvGrpSpPr/>
          <p:nvPr/>
        </p:nvGrpSpPr>
        <p:grpSpPr>
          <a:xfrm>
            <a:off x="786585" y="178907"/>
            <a:ext cx="10404389" cy="1535422"/>
            <a:chOff x="-2" y="-1"/>
            <a:chExt cx="10404387" cy="1535420"/>
          </a:xfrm>
        </p:grpSpPr>
        <p:sp>
          <p:nvSpPr>
            <p:cNvPr id="52" name="平行四邊形 26">
              <a:extLst>
                <a:ext uri="{FF2B5EF4-FFF2-40B4-BE49-F238E27FC236}">
                  <a16:creationId xmlns:a16="http://schemas.microsoft.com/office/drawing/2014/main" xmlns="" id="{16C039E2-863E-5043-2DB9-AD7E0642FFBF}"/>
                </a:ext>
              </a:extLst>
            </p:cNvPr>
            <p:cNvSpPr/>
            <p:nvPr/>
          </p:nvSpPr>
          <p:spPr>
            <a:xfrm>
              <a:off x="479877" y="191883"/>
              <a:ext cx="9358943" cy="134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775" y="0"/>
                  </a:lnTo>
                  <a:lnTo>
                    <a:pt x="21600" y="0"/>
                  </a:lnTo>
                  <a:lnTo>
                    <a:pt x="20825" y="21600"/>
                  </a:lnTo>
                  <a:close/>
                </a:path>
              </a:pathLst>
            </a:custGeom>
            <a:solidFill>
              <a:srgbClr val="C7C7C7"/>
            </a:solidFill>
            <a:ln w="12700" cap="flat">
              <a:noFill/>
              <a:miter lim="400000"/>
            </a:ln>
            <a:effectLst>
              <a:outerShdw blurRad="76200" dist="37674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19318">
                <a:defRPr sz="24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pPr>
              <a:endParaRPr/>
            </a:p>
          </p:txBody>
        </p:sp>
        <p:sp>
          <p:nvSpPr>
            <p:cNvPr id="53" name="平行四邊形 27">
              <a:extLst>
                <a:ext uri="{FF2B5EF4-FFF2-40B4-BE49-F238E27FC236}">
                  <a16:creationId xmlns:a16="http://schemas.microsoft.com/office/drawing/2014/main" xmlns="" id="{8F0D1D4E-E2AF-B19C-4ECC-4F75921D8D2E}"/>
                </a:ext>
              </a:extLst>
            </p:cNvPr>
            <p:cNvSpPr/>
            <p:nvPr/>
          </p:nvSpPr>
          <p:spPr>
            <a:xfrm>
              <a:off x="-2" y="-1"/>
              <a:ext cx="9024141" cy="134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804" y="0"/>
                  </a:lnTo>
                  <a:lnTo>
                    <a:pt x="21600" y="0"/>
                  </a:lnTo>
                  <a:lnTo>
                    <a:pt x="20796" y="21600"/>
                  </a:lnTo>
                  <a:close/>
                </a:path>
              </a:pathLst>
            </a:custGeom>
            <a:solidFill>
              <a:srgbClr val="CF2031"/>
            </a:solidFill>
            <a:ln w="19050" cap="flat">
              <a:solidFill>
                <a:srgbClr val="CF2031"/>
              </a:solidFill>
              <a:prstDash val="solid"/>
              <a:miter lim="800000"/>
            </a:ln>
            <a:effectLst>
              <a:outerShdw blurRad="76200" dist="37674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19318">
                <a:defRPr sz="24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pPr>
              <a:endParaRPr/>
            </a:p>
          </p:txBody>
        </p:sp>
        <p:sp>
          <p:nvSpPr>
            <p:cNvPr id="54" name="矩形 29">
              <a:extLst>
                <a:ext uri="{FF2B5EF4-FFF2-40B4-BE49-F238E27FC236}">
                  <a16:creationId xmlns:a16="http://schemas.microsoft.com/office/drawing/2014/main" xmlns="" id="{F39CA52A-F7DB-1697-D678-D81663012D45}"/>
                </a:ext>
              </a:extLst>
            </p:cNvPr>
            <p:cNvSpPr txBox="1"/>
            <p:nvPr/>
          </p:nvSpPr>
          <p:spPr>
            <a:xfrm>
              <a:off x="1119243" y="864008"/>
              <a:ext cx="6725891" cy="3312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>
              <a:lvl1pPr defTabSz="1219318">
                <a:defRPr sz="16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r>
                <a:t>WELCOME VISITORS</a:t>
              </a:r>
            </a:p>
          </p:txBody>
        </p:sp>
        <p:grpSp>
          <p:nvGrpSpPr>
            <p:cNvPr id="55" name="橢圓 30">
              <a:extLst>
                <a:ext uri="{FF2B5EF4-FFF2-40B4-BE49-F238E27FC236}">
                  <a16:creationId xmlns:a16="http://schemas.microsoft.com/office/drawing/2014/main" xmlns="" id="{6EB71EE6-6735-14B0-DA9A-EC355F55C01C}"/>
                </a:ext>
              </a:extLst>
            </p:cNvPr>
            <p:cNvGrpSpPr/>
            <p:nvPr/>
          </p:nvGrpSpPr>
          <p:grpSpPr>
            <a:xfrm>
              <a:off x="9169203" y="54000"/>
              <a:ext cx="1235182" cy="1235186"/>
              <a:chOff x="-2" y="-2"/>
              <a:chExt cx="1235181" cy="1235185"/>
            </a:xfrm>
          </p:grpSpPr>
          <p:sp>
            <p:nvSpPr>
              <p:cNvPr id="57" name="圓形">
                <a:extLst>
                  <a:ext uri="{FF2B5EF4-FFF2-40B4-BE49-F238E27FC236}">
                    <a16:creationId xmlns:a16="http://schemas.microsoft.com/office/drawing/2014/main" xmlns="" id="{DC44ACC2-811F-68B6-63B7-C25695ABCC2D}"/>
                  </a:ext>
                </a:extLst>
              </p:cNvPr>
              <p:cNvSpPr/>
              <p:nvPr/>
            </p:nvSpPr>
            <p:spPr>
              <a:xfrm>
                <a:off x="-2" y="-2"/>
                <a:ext cx="1235181" cy="1235185"/>
              </a:xfrm>
              <a:prstGeom prst="ellipse">
                <a:avLst/>
              </a:prstGeom>
              <a:solidFill>
                <a:srgbClr val="CF2031"/>
              </a:solidFill>
              <a:ln w="19050" cap="flat">
                <a:solidFill>
                  <a:srgbClr val="CF2031"/>
                </a:solidFill>
                <a:prstDash val="solid"/>
                <a:miter lim="800000"/>
              </a:ln>
              <a:effectLst>
                <a:outerShdw blurRad="76200" dist="37674" dir="2700000" rotWithShape="0">
                  <a:srgbClr val="000000">
                    <a:alpha val="40000"/>
                  </a:srgbClr>
                </a:outerShdw>
              </a:effectLst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1219318">
                  <a:defRPr sz="3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58" name="02">
                <a:extLst>
                  <a:ext uri="{FF2B5EF4-FFF2-40B4-BE49-F238E27FC236}">
                    <a16:creationId xmlns:a16="http://schemas.microsoft.com/office/drawing/2014/main" xmlns="" id="{BFB696E0-8564-5B33-0B38-FC844FD37BCA}"/>
                  </a:ext>
                </a:extLst>
              </p:cNvPr>
              <p:cNvSpPr txBox="1"/>
              <p:nvPr/>
            </p:nvSpPr>
            <p:spPr>
              <a:xfrm>
                <a:off x="235412" y="325921"/>
                <a:ext cx="764352" cy="58331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4999" tIns="44999" rIns="44999" bIns="44999" numCol="1" anchor="ctr">
                <a:spAutoFit/>
              </a:bodyPr>
              <a:lstStyle>
                <a:lvl1pPr algn="ctr" defTabSz="1219318">
                  <a:defRPr sz="3200" b="1">
                    <a:solidFill>
                      <a:srgbClr val="FFFFFF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defRPr>
                </a:lvl1pPr>
              </a:lstStyle>
              <a:p>
                <a:r>
                  <a:rPr smtClean="0"/>
                  <a:t>1</a:t>
                </a:r>
                <a:r>
                  <a:rPr lang="en-US" smtClean="0"/>
                  <a:t>1</a:t>
                </a:r>
              </a:p>
            </p:txBody>
          </p:sp>
        </p:grpSp>
        <p:sp>
          <p:nvSpPr>
            <p:cNvPr id="56" name="文字方塊 28">
              <a:extLst>
                <a:ext uri="{FF2B5EF4-FFF2-40B4-BE49-F238E27FC236}">
                  <a16:creationId xmlns:a16="http://schemas.microsoft.com/office/drawing/2014/main" xmlns="" id="{FDEB0F6B-5468-4333-0783-0B70F0A918F9}"/>
                </a:ext>
              </a:extLst>
            </p:cNvPr>
            <p:cNvSpPr txBox="1"/>
            <p:nvPr/>
          </p:nvSpPr>
          <p:spPr>
            <a:xfrm>
              <a:off x="1002962" y="96123"/>
              <a:ext cx="7034052" cy="940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>
              <a:lvl1pPr algn="just" defTabSz="1219318">
                <a:defRPr sz="48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r>
                <a:rPr dirty="0"/>
                <a:t>來賓15秒自我介紹</a:t>
              </a:r>
            </a:p>
          </p:txBody>
        </p:sp>
      </p:grpSp>
      <p:sp>
        <p:nvSpPr>
          <p:cNvPr id="50" name="文字方塊 1">
            <a:extLst>
              <a:ext uri="{FF2B5EF4-FFF2-40B4-BE49-F238E27FC236}">
                <a16:creationId xmlns:a16="http://schemas.microsoft.com/office/drawing/2014/main" xmlns="" id="{AEEAD3CC-BFC0-0C12-9D33-83DA249EE6D9}"/>
              </a:ext>
            </a:extLst>
          </p:cNvPr>
          <p:cNvSpPr txBox="1"/>
          <p:nvPr/>
        </p:nvSpPr>
        <p:spPr>
          <a:xfrm>
            <a:off x="6457086" y="4006870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endParaRPr lang="zh-TW" altLang="en-US" sz="2800" dirty="0"/>
          </a:p>
        </p:txBody>
      </p:sp>
      <p:sp>
        <p:nvSpPr>
          <p:cNvPr id="61" name="文字方塊 1">
            <a:extLst>
              <a:ext uri="{FF2B5EF4-FFF2-40B4-BE49-F238E27FC236}">
                <a16:creationId xmlns:a16="http://schemas.microsoft.com/office/drawing/2014/main" xmlns="" id="{1080D13B-346E-6AA5-BA21-6F5E163775B0}"/>
              </a:ext>
            </a:extLst>
          </p:cNvPr>
          <p:cNvSpPr txBox="1"/>
          <p:nvPr/>
        </p:nvSpPr>
        <p:spPr>
          <a:xfrm>
            <a:off x="6338379" y="2953784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r>
              <a:rPr lang="zh-TW" altLang="en-US" sz="2800" dirty="0"/>
              <a:t>{{SERVICE11}}</a:t>
            </a:r>
            <a:endParaRPr lang="zh-TW" altLang="en-US" sz="2800" dirty="0"/>
          </a:p>
        </p:txBody>
      </p:sp>
      <p:sp>
        <p:nvSpPr>
          <p:cNvPr id="3" name="文字方塊 1">
            <a:extLst>
              <a:ext uri="{FF2B5EF4-FFF2-40B4-BE49-F238E27FC236}">
                <a16:creationId xmlns:a16="http://schemas.microsoft.com/office/drawing/2014/main" xmlns="" id="{879A7CB1-DF92-1475-A893-865DBE704EAE}"/>
              </a:ext>
            </a:extLst>
          </p:cNvPr>
          <p:cNvSpPr txBox="1"/>
          <p:nvPr/>
        </p:nvSpPr>
        <p:spPr>
          <a:xfrm>
            <a:off x="6400319" y="3747445"/>
            <a:ext cx="5467425" cy="829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r>
              <a:rPr lang="zh-TW" altLang="en-US" sz="2400" dirty="0"/>
              <a:t>{{SEEKING11}}</a:t>
            </a:r>
            <a:endParaRPr lang="zh-TW" altLang="en-US" sz="2400" dirty="0"/>
          </a:p>
        </p:txBody>
      </p:sp>
      <p:sp>
        <p:nvSpPr>
          <p:cNvPr id="911" name="PhotoBox"/>
          <p:cNvSpPr/>
          <p:nvPr/>
        </p:nvSpPr>
        <p:spPr>
          <a:xfrm>
            <a:off x="936972" y="1585307"/>
            <a:ext cx="2101540" cy="3312245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A6221A"/>
            </a:solidFill>
            <a:prstDash val="dash"/>
          </a:ln>
        </p:spPr>
        <p:txBody>
          <a:bodyPr anchor="ctr"/>
          <a:lstStyle/>
          <a:p>
            <a:pPr algn="ctr"/>
            <a:r>
              <a:rPr lang="zh-TW" sz="1500">
                <a:solidFill>
                  <a:srgbClr val="7A6E5A"/>
                </a:solidFill>
              </a:rPr>
              <a:t>請貼上來賓照片</a:t>
            </a:r>
          </a:p>
          <a:p>
            <a:pPr algn="ctr"/>
            <a:r>
              <a:rPr lang="zh-TW" sz="1100">
                <a:solidFill>
                  <a:srgbClr val="7A6E5A"/>
                </a:solidFill>
              </a:rPr>
              <a:t>(下載後自行貼上)</a:t>
            </a:r>
          </a:p>
        </p:txBody>
      </p:sp>
    </p:spTree>
    <p:extLst>
      <p:ext uri="{BB962C8B-B14F-4D97-AF65-F5344CB8AC3E}">
        <p14:creationId xmlns:p14="http://schemas.microsoft.com/office/powerpoint/2010/main" val="3676949798"/>
      </p:ext>
    </p:extLst>
  </p:cSld>
  <p:clrMapOvr>
    <a:masterClrMapping/>
  </p:clrMapOvr>
</p:sld>
</file>

<file path=ppt/slides/slideG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4C9FC0D-04C7-9CDD-F82E-B9BCA948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矩形 2">
            <a:extLst>
              <a:ext uri="{FF2B5EF4-FFF2-40B4-BE49-F238E27FC236}">
                <a16:creationId xmlns:a16="http://schemas.microsoft.com/office/drawing/2014/main" xmlns="" id="{5D6DAABF-D057-E96D-98C3-C235BE9EAD8D}"/>
              </a:ext>
            </a:extLst>
          </p:cNvPr>
          <p:cNvGrpSpPr/>
          <p:nvPr/>
        </p:nvGrpSpPr>
        <p:grpSpPr>
          <a:xfrm>
            <a:off x="1771191" y="5831987"/>
            <a:ext cx="1178659" cy="383780"/>
            <a:chOff x="-1" y="0"/>
            <a:chExt cx="1178657" cy="383778"/>
          </a:xfrm>
        </p:grpSpPr>
        <p:sp>
          <p:nvSpPr>
            <p:cNvPr id="5" name="矩形">
              <a:extLst>
                <a:ext uri="{FF2B5EF4-FFF2-40B4-BE49-F238E27FC236}">
                  <a16:creationId xmlns:a16="http://schemas.microsoft.com/office/drawing/2014/main" xmlns="" id="{CBC5F700-2CB3-4CA1-6EE6-8B65700EF1F7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" name="金融投資">
              <a:extLst>
                <a:ext uri="{FF2B5EF4-FFF2-40B4-BE49-F238E27FC236}">
                  <a16:creationId xmlns:a16="http://schemas.microsoft.com/office/drawing/2014/main" xmlns="" id="{72175538-B2BE-E4E4-EFD1-C073FD90CEA9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金融投資</a:t>
              </a:r>
            </a:p>
          </p:txBody>
        </p:sp>
      </p:grpSp>
      <p:grpSp>
        <p:nvGrpSpPr>
          <p:cNvPr id="7" name="矩形 2">
            <a:extLst>
              <a:ext uri="{FF2B5EF4-FFF2-40B4-BE49-F238E27FC236}">
                <a16:creationId xmlns:a16="http://schemas.microsoft.com/office/drawing/2014/main" xmlns="" id="{783FA7C6-08B2-D9FF-2FCE-D5F94D8A267E}"/>
              </a:ext>
            </a:extLst>
          </p:cNvPr>
          <p:cNvGrpSpPr/>
          <p:nvPr/>
        </p:nvGrpSpPr>
        <p:grpSpPr>
          <a:xfrm>
            <a:off x="3017511" y="5831987"/>
            <a:ext cx="1178659" cy="383780"/>
            <a:chOff x="-1" y="0"/>
            <a:chExt cx="1178657" cy="383778"/>
          </a:xfrm>
        </p:grpSpPr>
        <p:sp>
          <p:nvSpPr>
            <p:cNvPr id="8" name="矩形">
              <a:extLst>
                <a:ext uri="{FF2B5EF4-FFF2-40B4-BE49-F238E27FC236}">
                  <a16:creationId xmlns:a16="http://schemas.microsoft.com/office/drawing/2014/main" xmlns="" id="{737BE9B1-C068-8950-4AAE-8AB5380957B8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" name="品牌推廣">
              <a:extLst>
                <a:ext uri="{FF2B5EF4-FFF2-40B4-BE49-F238E27FC236}">
                  <a16:creationId xmlns:a16="http://schemas.microsoft.com/office/drawing/2014/main" xmlns="" id="{4F1669A1-5291-9DEC-1BE9-D1BB03174833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品牌推廣</a:t>
              </a:r>
            </a:p>
          </p:txBody>
        </p:sp>
      </p:grpSp>
      <p:grpSp>
        <p:nvGrpSpPr>
          <p:cNvPr id="10" name="矩形 2">
            <a:extLst>
              <a:ext uri="{FF2B5EF4-FFF2-40B4-BE49-F238E27FC236}">
                <a16:creationId xmlns:a16="http://schemas.microsoft.com/office/drawing/2014/main" xmlns="" id="{7FAF0CBB-E577-255F-C8AA-C2D59E1813CD}"/>
              </a:ext>
            </a:extLst>
          </p:cNvPr>
          <p:cNvGrpSpPr/>
          <p:nvPr/>
        </p:nvGrpSpPr>
        <p:grpSpPr>
          <a:xfrm>
            <a:off x="4254469" y="5831987"/>
            <a:ext cx="1178659" cy="383780"/>
            <a:chOff x="-1" y="0"/>
            <a:chExt cx="1178657" cy="383778"/>
          </a:xfrm>
        </p:grpSpPr>
        <p:sp>
          <p:nvSpPr>
            <p:cNvPr id="11" name="矩形">
              <a:extLst>
                <a:ext uri="{FF2B5EF4-FFF2-40B4-BE49-F238E27FC236}">
                  <a16:creationId xmlns:a16="http://schemas.microsoft.com/office/drawing/2014/main" xmlns="" id="{2C0E2AA6-3245-4DB6-A9E9-C968D2A7D580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2" name="商業服務">
              <a:extLst>
                <a:ext uri="{FF2B5EF4-FFF2-40B4-BE49-F238E27FC236}">
                  <a16:creationId xmlns:a16="http://schemas.microsoft.com/office/drawing/2014/main" xmlns="" id="{A10E25BF-C5DF-E231-42AC-12B9467FB38D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商業服務</a:t>
              </a:r>
            </a:p>
          </p:txBody>
        </p:sp>
      </p:grpSp>
      <p:grpSp>
        <p:nvGrpSpPr>
          <p:cNvPr id="13" name="矩形 2">
            <a:extLst>
              <a:ext uri="{FF2B5EF4-FFF2-40B4-BE49-F238E27FC236}">
                <a16:creationId xmlns:a16="http://schemas.microsoft.com/office/drawing/2014/main" xmlns="" id="{642D1255-5A24-91AA-33D6-7DCA2C8AA973}"/>
              </a:ext>
            </a:extLst>
          </p:cNvPr>
          <p:cNvGrpSpPr/>
          <p:nvPr/>
        </p:nvGrpSpPr>
        <p:grpSpPr>
          <a:xfrm>
            <a:off x="5491428" y="5831987"/>
            <a:ext cx="1178656" cy="383780"/>
            <a:chOff x="-1" y="0"/>
            <a:chExt cx="1178654" cy="383778"/>
          </a:xfrm>
        </p:grpSpPr>
        <p:sp>
          <p:nvSpPr>
            <p:cNvPr id="14" name="矩形">
              <a:extLst>
                <a:ext uri="{FF2B5EF4-FFF2-40B4-BE49-F238E27FC236}">
                  <a16:creationId xmlns:a16="http://schemas.microsoft.com/office/drawing/2014/main" xmlns="" id="{9D12C0D3-B366-1864-B7C7-05C6882668F5}"/>
                </a:ext>
              </a:extLst>
            </p:cNvPr>
            <p:cNvSpPr/>
            <p:nvPr/>
          </p:nvSpPr>
          <p:spPr>
            <a:xfrm>
              <a:off x="-2" y="-1"/>
              <a:ext cx="1178656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" name="醫療健康">
              <a:extLst>
                <a:ext uri="{FF2B5EF4-FFF2-40B4-BE49-F238E27FC236}">
                  <a16:creationId xmlns:a16="http://schemas.microsoft.com/office/drawing/2014/main" xmlns="" id="{F5CF93FC-3C84-1AA2-C15D-7A10D1878C5B}"/>
                </a:ext>
              </a:extLst>
            </p:cNvPr>
            <p:cNvSpPr txBox="1"/>
            <p:nvPr/>
          </p:nvSpPr>
          <p:spPr>
            <a:xfrm>
              <a:off x="54526" y="7185"/>
              <a:ext cx="1069601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醫療健康</a:t>
              </a:r>
            </a:p>
          </p:txBody>
        </p:sp>
      </p:grpSp>
      <p:grpSp>
        <p:nvGrpSpPr>
          <p:cNvPr id="16" name="矩形 2">
            <a:extLst>
              <a:ext uri="{FF2B5EF4-FFF2-40B4-BE49-F238E27FC236}">
                <a16:creationId xmlns:a16="http://schemas.microsoft.com/office/drawing/2014/main" xmlns="" id="{E36532E3-06CB-6256-CEAE-03233547F4FB}"/>
              </a:ext>
            </a:extLst>
          </p:cNvPr>
          <p:cNvGrpSpPr/>
          <p:nvPr/>
        </p:nvGrpSpPr>
        <p:grpSpPr>
          <a:xfrm>
            <a:off x="6728750" y="5831987"/>
            <a:ext cx="1178659" cy="383780"/>
            <a:chOff x="-1" y="0"/>
            <a:chExt cx="1178657" cy="383778"/>
          </a:xfrm>
        </p:grpSpPr>
        <p:sp>
          <p:nvSpPr>
            <p:cNvPr id="17" name="矩形">
              <a:extLst>
                <a:ext uri="{FF2B5EF4-FFF2-40B4-BE49-F238E27FC236}">
                  <a16:creationId xmlns:a16="http://schemas.microsoft.com/office/drawing/2014/main" xmlns="" id="{2AC36A8F-B16F-8E8C-0EDC-1AFEA896E0D9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8" name="食品餐飲">
              <a:extLst>
                <a:ext uri="{FF2B5EF4-FFF2-40B4-BE49-F238E27FC236}">
                  <a16:creationId xmlns:a16="http://schemas.microsoft.com/office/drawing/2014/main" xmlns="" id="{DF4543CD-11F2-22CE-1A53-24DBE70CDE10}"/>
                </a:ext>
              </a:extLst>
            </p:cNvPr>
            <p:cNvSpPr txBox="1"/>
            <p:nvPr/>
          </p:nvSpPr>
          <p:spPr>
            <a:xfrm>
              <a:off x="54528" y="7185"/>
              <a:ext cx="1069603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食品餐飲</a:t>
              </a:r>
            </a:p>
          </p:txBody>
        </p:sp>
      </p:grpSp>
      <p:grpSp>
        <p:nvGrpSpPr>
          <p:cNvPr id="19" name="矩形 2">
            <a:extLst>
              <a:ext uri="{FF2B5EF4-FFF2-40B4-BE49-F238E27FC236}">
                <a16:creationId xmlns:a16="http://schemas.microsoft.com/office/drawing/2014/main" xmlns="" id="{D1AC1ED6-DA3D-795A-B487-485A1CFCE0F1}"/>
              </a:ext>
            </a:extLst>
          </p:cNvPr>
          <p:cNvGrpSpPr/>
          <p:nvPr/>
        </p:nvGrpSpPr>
        <p:grpSpPr>
          <a:xfrm>
            <a:off x="7965711" y="5831987"/>
            <a:ext cx="1178659" cy="383780"/>
            <a:chOff x="-1" y="0"/>
            <a:chExt cx="1178657" cy="383778"/>
          </a:xfrm>
        </p:grpSpPr>
        <p:sp>
          <p:nvSpPr>
            <p:cNvPr id="20" name="矩形">
              <a:extLst>
                <a:ext uri="{FF2B5EF4-FFF2-40B4-BE49-F238E27FC236}">
                  <a16:creationId xmlns:a16="http://schemas.microsoft.com/office/drawing/2014/main" xmlns="" id="{374F9E01-9666-70B5-1726-22E3F7A3F79D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1" name="時尚生活">
              <a:extLst>
                <a:ext uri="{FF2B5EF4-FFF2-40B4-BE49-F238E27FC236}">
                  <a16:creationId xmlns:a16="http://schemas.microsoft.com/office/drawing/2014/main" xmlns="" id="{14475685-DEB0-11B7-4666-781CD69C5AAA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時尚生活</a:t>
              </a:r>
            </a:p>
          </p:txBody>
        </p:sp>
      </p:grpSp>
      <p:grpSp>
        <p:nvGrpSpPr>
          <p:cNvPr id="22" name="矩形 2">
            <a:extLst>
              <a:ext uri="{FF2B5EF4-FFF2-40B4-BE49-F238E27FC236}">
                <a16:creationId xmlns:a16="http://schemas.microsoft.com/office/drawing/2014/main" xmlns="" id="{D57A40FB-9FD5-AF5C-B247-9D45094F0ACC}"/>
              </a:ext>
            </a:extLst>
          </p:cNvPr>
          <p:cNvGrpSpPr/>
          <p:nvPr/>
        </p:nvGrpSpPr>
        <p:grpSpPr>
          <a:xfrm>
            <a:off x="9203030" y="5831987"/>
            <a:ext cx="1456576" cy="383780"/>
            <a:chOff x="0" y="0"/>
            <a:chExt cx="1456574" cy="383778"/>
          </a:xfrm>
        </p:grpSpPr>
        <p:sp>
          <p:nvSpPr>
            <p:cNvPr id="23" name="矩形">
              <a:extLst>
                <a:ext uri="{FF2B5EF4-FFF2-40B4-BE49-F238E27FC236}">
                  <a16:creationId xmlns:a16="http://schemas.microsoft.com/office/drawing/2014/main" xmlns="" id="{D5FDBC8C-7C5A-7DCD-F277-4A74DC67413C}"/>
                </a:ext>
              </a:extLst>
            </p:cNvPr>
            <p:cNvSpPr/>
            <p:nvPr/>
          </p:nvSpPr>
          <p:spPr>
            <a:xfrm>
              <a:off x="-1" y="-1"/>
              <a:ext cx="1456575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4" name="商品規劃包裝">
              <a:extLst>
                <a:ext uri="{FF2B5EF4-FFF2-40B4-BE49-F238E27FC236}">
                  <a16:creationId xmlns:a16="http://schemas.microsoft.com/office/drawing/2014/main" xmlns="" id="{69932356-4EBD-8211-99F8-1862A49945BF}"/>
                </a:ext>
              </a:extLst>
            </p:cNvPr>
            <p:cNvSpPr txBox="1"/>
            <p:nvPr/>
          </p:nvSpPr>
          <p:spPr>
            <a:xfrm>
              <a:off x="54525" y="7185"/>
              <a:ext cx="1347524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商品規劃包裝</a:t>
              </a:r>
            </a:p>
          </p:txBody>
        </p:sp>
      </p:grpSp>
      <p:grpSp>
        <p:nvGrpSpPr>
          <p:cNvPr id="25" name="矩形 2">
            <a:extLst>
              <a:ext uri="{FF2B5EF4-FFF2-40B4-BE49-F238E27FC236}">
                <a16:creationId xmlns:a16="http://schemas.microsoft.com/office/drawing/2014/main" xmlns="" id="{86D65167-FCDD-6DA3-150E-9B2E76978415}"/>
              </a:ext>
            </a:extLst>
          </p:cNvPr>
          <p:cNvGrpSpPr/>
          <p:nvPr/>
        </p:nvGrpSpPr>
        <p:grpSpPr>
          <a:xfrm>
            <a:off x="10708909" y="5831987"/>
            <a:ext cx="1384577" cy="383780"/>
            <a:chOff x="-1" y="0"/>
            <a:chExt cx="1384576" cy="383778"/>
          </a:xfrm>
        </p:grpSpPr>
        <p:sp>
          <p:nvSpPr>
            <p:cNvPr id="26" name="矩形">
              <a:extLst>
                <a:ext uri="{FF2B5EF4-FFF2-40B4-BE49-F238E27FC236}">
                  <a16:creationId xmlns:a16="http://schemas.microsoft.com/office/drawing/2014/main" xmlns="" id="{17F8C02D-C443-33B9-8F9D-9CBE3C9CFCA0}"/>
                </a:ext>
              </a:extLst>
            </p:cNvPr>
            <p:cNvSpPr/>
            <p:nvPr/>
          </p:nvSpPr>
          <p:spPr>
            <a:xfrm>
              <a:off x="-2" y="-1"/>
              <a:ext cx="1384577" cy="383780"/>
            </a:xfrm>
            <a:prstGeom prst="rect">
              <a:avLst/>
            </a:prstGeom>
            <a:solidFill>
              <a:srgbClr val="00B05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7" name="參訪來賓">
              <a:extLst>
                <a:ext uri="{FF2B5EF4-FFF2-40B4-BE49-F238E27FC236}">
                  <a16:creationId xmlns:a16="http://schemas.microsoft.com/office/drawing/2014/main" xmlns="" id="{AE141260-B956-1BD4-55F8-93AE6D1B1222}"/>
                </a:ext>
              </a:extLst>
            </p:cNvPr>
            <p:cNvSpPr txBox="1"/>
            <p:nvPr/>
          </p:nvSpPr>
          <p:spPr>
            <a:xfrm>
              <a:off x="45002" y="7185"/>
              <a:ext cx="1294575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參訪來賓</a:t>
              </a:r>
            </a:p>
          </p:txBody>
        </p:sp>
      </p:grpSp>
      <p:grpSp>
        <p:nvGrpSpPr>
          <p:cNvPr id="28" name="矩形: 圓角 19">
            <a:extLst>
              <a:ext uri="{FF2B5EF4-FFF2-40B4-BE49-F238E27FC236}">
                <a16:creationId xmlns:a16="http://schemas.microsoft.com/office/drawing/2014/main" xmlns="" id="{80EC3EEC-320C-48F5-19EA-EDFBFD775664}"/>
              </a:ext>
            </a:extLst>
          </p:cNvPr>
          <p:cNvGrpSpPr/>
          <p:nvPr/>
        </p:nvGrpSpPr>
        <p:grpSpPr>
          <a:xfrm>
            <a:off x="3773055" y="1822260"/>
            <a:ext cx="2431568" cy="970750"/>
            <a:chOff x="0" y="0"/>
            <a:chExt cx="2431566" cy="970748"/>
          </a:xfrm>
        </p:grpSpPr>
        <p:sp>
          <p:nvSpPr>
            <p:cNvPr id="29" name="圓角矩形">
              <a:extLst>
                <a:ext uri="{FF2B5EF4-FFF2-40B4-BE49-F238E27FC236}">
                  <a16:creationId xmlns:a16="http://schemas.microsoft.com/office/drawing/2014/main" xmlns="" id="{3A345DC8-D17A-6BB1-00B0-5F7F5785ABFD}"/>
                </a:ext>
              </a:extLst>
            </p:cNvPr>
            <p:cNvSpPr/>
            <p:nvPr/>
          </p:nvSpPr>
          <p:spPr>
            <a:xfrm>
              <a:off x="-1" y="-1"/>
              <a:ext cx="2431567" cy="970749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0" name="公司名稱…">
              <a:extLst>
                <a:ext uri="{FF2B5EF4-FFF2-40B4-BE49-F238E27FC236}">
                  <a16:creationId xmlns:a16="http://schemas.microsoft.com/office/drawing/2014/main" xmlns="" id="{640E4531-6A68-617A-5143-02C5B623F5CF}"/>
                </a:ext>
              </a:extLst>
            </p:cNvPr>
            <p:cNvSpPr txBox="1"/>
            <p:nvPr/>
          </p:nvSpPr>
          <p:spPr>
            <a:xfrm>
              <a:off x="88351" y="59369"/>
              <a:ext cx="2254860" cy="8519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r>
                <a:rPr dirty="0" err="1"/>
                <a:t>公司名稱</a:t>
              </a:r>
              <a:endParaRPr dirty="0"/>
            </a:p>
            <a:p>
              <a: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r>
                <a:rPr dirty="0" err="1"/>
                <a:t>職務名稱</a:t>
              </a:r>
              <a:endParaRPr dirty="0"/>
            </a:p>
          </p:txBody>
        </p:sp>
      </p:grpSp>
      <p:grpSp>
        <p:nvGrpSpPr>
          <p:cNvPr id="31" name="矩形: 圓角 25">
            <a:extLst>
              <a:ext uri="{FF2B5EF4-FFF2-40B4-BE49-F238E27FC236}">
                <a16:creationId xmlns:a16="http://schemas.microsoft.com/office/drawing/2014/main" xmlns="" id="{DE62D0C2-76AA-F83C-C1F7-A1497EF6171F}"/>
              </a:ext>
            </a:extLst>
          </p:cNvPr>
          <p:cNvGrpSpPr/>
          <p:nvPr/>
        </p:nvGrpSpPr>
        <p:grpSpPr>
          <a:xfrm>
            <a:off x="3782098" y="2818471"/>
            <a:ext cx="2413481" cy="963529"/>
            <a:chOff x="0" y="-1"/>
            <a:chExt cx="2413480" cy="963528"/>
          </a:xfrm>
        </p:grpSpPr>
        <p:sp>
          <p:nvSpPr>
            <p:cNvPr id="32" name="圓角矩形">
              <a:extLst>
                <a:ext uri="{FF2B5EF4-FFF2-40B4-BE49-F238E27FC236}">
                  <a16:creationId xmlns:a16="http://schemas.microsoft.com/office/drawing/2014/main" xmlns="" id="{33F9D984-0491-C7AE-94B6-008944DB26A6}"/>
                </a:ext>
              </a:extLst>
            </p:cNvPr>
            <p:cNvSpPr/>
            <p:nvPr/>
          </p:nvSpPr>
          <p:spPr>
            <a:xfrm>
              <a:off x="-1" y="-2"/>
              <a:ext cx="2413481" cy="963530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3" name="服務項目">
              <a:extLst>
                <a:ext uri="{FF2B5EF4-FFF2-40B4-BE49-F238E27FC236}">
                  <a16:creationId xmlns:a16="http://schemas.microsoft.com/office/drawing/2014/main" xmlns="" id="{51876C5B-1C19-2987-7D9A-D2B2E9C25AED}"/>
                </a:ext>
              </a:extLst>
            </p:cNvPr>
            <p:cNvSpPr txBox="1"/>
            <p:nvPr/>
          </p:nvSpPr>
          <p:spPr>
            <a:xfrm>
              <a:off x="88345" y="245538"/>
              <a:ext cx="2236788" cy="472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服務項目</a:t>
              </a:r>
            </a:p>
          </p:txBody>
        </p:sp>
      </p:grpSp>
      <p:grpSp>
        <p:nvGrpSpPr>
          <p:cNvPr id="34" name="矩形: 圓角 26">
            <a:extLst>
              <a:ext uri="{FF2B5EF4-FFF2-40B4-BE49-F238E27FC236}">
                <a16:creationId xmlns:a16="http://schemas.microsoft.com/office/drawing/2014/main" xmlns="" id="{D73FE79E-F307-118F-A738-2A317BB9BD45}"/>
              </a:ext>
            </a:extLst>
          </p:cNvPr>
          <p:cNvGrpSpPr/>
          <p:nvPr/>
        </p:nvGrpSpPr>
        <p:grpSpPr>
          <a:xfrm>
            <a:off x="3812665" y="3815705"/>
            <a:ext cx="2413481" cy="963530"/>
            <a:chOff x="-1" y="-1"/>
            <a:chExt cx="2413480" cy="963528"/>
          </a:xfrm>
        </p:grpSpPr>
        <p:sp>
          <p:nvSpPr>
            <p:cNvPr id="35" name="圓角矩形">
              <a:extLst>
                <a:ext uri="{FF2B5EF4-FFF2-40B4-BE49-F238E27FC236}">
                  <a16:creationId xmlns:a16="http://schemas.microsoft.com/office/drawing/2014/main" xmlns="" id="{89803A57-7F08-979B-D3F4-4D030A083EBE}"/>
                </a:ext>
              </a:extLst>
            </p:cNvPr>
            <p:cNvSpPr/>
            <p:nvPr/>
          </p:nvSpPr>
          <p:spPr>
            <a:xfrm>
              <a:off x="-2" y="-2"/>
              <a:ext cx="2413482" cy="963530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6" name="需要引薦">
              <a:extLst>
                <a:ext uri="{FF2B5EF4-FFF2-40B4-BE49-F238E27FC236}">
                  <a16:creationId xmlns:a16="http://schemas.microsoft.com/office/drawing/2014/main" xmlns="" id="{3541D158-AB5C-C676-2D18-E5CA5F36210E}"/>
                </a:ext>
              </a:extLst>
            </p:cNvPr>
            <p:cNvSpPr txBox="1"/>
            <p:nvPr/>
          </p:nvSpPr>
          <p:spPr>
            <a:xfrm>
              <a:off x="88345" y="226489"/>
              <a:ext cx="2236786" cy="510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需要引薦</a:t>
              </a:r>
            </a:p>
          </p:txBody>
        </p:sp>
      </p:grpSp>
      <p:sp>
        <p:nvSpPr>
          <p:cNvPr id="37" name="直線單箭頭接點 29">
            <a:extLst>
              <a:ext uri="{FF2B5EF4-FFF2-40B4-BE49-F238E27FC236}">
                <a16:creationId xmlns:a16="http://schemas.microsoft.com/office/drawing/2014/main" xmlns="" id="{07C57310-FFF6-C651-5D94-70282D6C3896}"/>
              </a:ext>
            </a:extLst>
          </p:cNvPr>
          <p:cNvSpPr/>
          <p:nvPr/>
        </p:nvSpPr>
        <p:spPr>
          <a:xfrm>
            <a:off x="5976798" y="4770054"/>
            <a:ext cx="5486911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8" name="文字方塊 1">
            <a:extLst>
              <a:ext uri="{FF2B5EF4-FFF2-40B4-BE49-F238E27FC236}">
                <a16:creationId xmlns:a16="http://schemas.microsoft.com/office/drawing/2014/main" xmlns="" id="{887A8847-F8A4-EF01-BF17-C95818EA43C6}"/>
              </a:ext>
            </a:extLst>
          </p:cNvPr>
          <p:cNvSpPr txBox="1"/>
          <p:nvPr/>
        </p:nvSpPr>
        <p:spPr>
          <a:xfrm>
            <a:off x="6281783" y="1993953"/>
            <a:ext cx="5658163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28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rPr lang="zh-TW" altLang="en-US" dirty="0"/>
              <a:t>{{CT12}}</a:t>
            </a:r>
            <a:endParaRPr dirty="0"/>
          </a:p>
        </p:txBody>
      </p:sp>
      <p:sp>
        <p:nvSpPr>
          <p:cNvPr id="39" name="文字方塊 1">
            <a:extLst>
              <a:ext uri="{FF2B5EF4-FFF2-40B4-BE49-F238E27FC236}">
                <a16:creationId xmlns:a16="http://schemas.microsoft.com/office/drawing/2014/main" xmlns="" id="{C159DF6A-F09F-E92B-F80F-BD57032004B2}"/>
              </a:ext>
            </a:extLst>
          </p:cNvPr>
          <p:cNvSpPr txBox="1"/>
          <p:nvPr/>
        </p:nvSpPr>
        <p:spPr>
          <a:xfrm>
            <a:off x="6123439" y="3754389"/>
            <a:ext cx="6137395" cy="460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>
            <a:lvl1pPr defTabSz="1219318">
              <a:defRPr sz="24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endParaRPr lang="zh-TW" altLang="en-US" dirty="0"/>
          </a:p>
        </p:txBody>
      </p:sp>
      <p:sp>
        <p:nvSpPr>
          <p:cNvPr id="40" name="直線單箭頭接點 29">
            <a:extLst>
              <a:ext uri="{FF2B5EF4-FFF2-40B4-BE49-F238E27FC236}">
                <a16:creationId xmlns:a16="http://schemas.microsoft.com/office/drawing/2014/main" xmlns="" id="{FD581968-7466-9E82-1A34-FB54CA1DE996}"/>
              </a:ext>
            </a:extLst>
          </p:cNvPr>
          <p:cNvSpPr/>
          <p:nvPr/>
        </p:nvSpPr>
        <p:spPr>
          <a:xfrm>
            <a:off x="5811585" y="3739640"/>
            <a:ext cx="5486910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1" name="直線單箭頭接點 29">
            <a:extLst>
              <a:ext uri="{FF2B5EF4-FFF2-40B4-BE49-F238E27FC236}">
                <a16:creationId xmlns:a16="http://schemas.microsoft.com/office/drawing/2014/main" xmlns="" id="{3215EE6C-AB6B-F464-7BB7-3378156EE67E}"/>
              </a:ext>
            </a:extLst>
          </p:cNvPr>
          <p:cNvSpPr/>
          <p:nvPr/>
        </p:nvSpPr>
        <p:spPr>
          <a:xfrm>
            <a:off x="5701296" y="2715420"/>
            <a:ext cx="5486910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grpSp>
        <p:nvGrpSpPr>
          <p:cNvPr id="42" name="矩形: 圆角 10">
            <a:extLst>
              <a:ext uri="{FF2B5EF4-FFF2-40B4-BE49-F238E27FC236}">
                <a16:creationId xmlns:a16="http://schemas.microsoft.com/office/drawing/2014/main" xmlns="" id="{F5BEFD9A-27E7-E95C-2FFC-8706CAEA0A23}"/>
              </a:ext>
            </a:extLst>
          </p:cNvPr>
          <p:cNvGrpSpPr/>
          <p:nvPr/>
        </p:nvGrpSpPr>
        <p:grpSpPr>
          <a:xfrm>
            <a:off x="1034272" y="4946209"/>
            <a:ext cx="1906943" cy="746741"/>
            <a:chOff x="0" y="15261"/>
            <a:chExt cx="1906941" cy="746739"/>
          </a:xfrm>
        </p:grpSpPr>
        <p:sp>
          <p:nvSpPr>
            <p:cNvPr id="43" name="圓角矩形">
              <a:extLst>
                <a:ext uri="{FF2B5EF4-FFF2-40B4-BE49-F238E27FC236}">
                  <a16:creationId xmlns:a16="http://schemas.microsoft.com/office/drawing/2014/main" xmlns="" id="{9DBFD8BE-FD0B-A5F9-2B4D-E422CBBA673C}"/>
                </a:ext>
              </a:extLst>
            </p:cNvPr>
            <p:cNvSpPr/>
            <p:nvPr/>
          </p:nvSpPr>
          <p:spPr>
            <a:xfrm>
              <a:off x="0" y="15261"/>
              <a:ext cx="1906941" cy="746739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8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44" name="葉芯寧">
              <a:extLst>
                <a:ext uri="{FF2B5EF4-FFF2-40B4-BE49-F238E27FC236}">
                  <a16:creationId xmlns:a16="http://schemas.microsoft.com/office/drawing/2014/main" xmlns="" id="{8265EFF4-6D12-1913-114A-E3EC7358C154}"/>
                </a:ext>
              </a:extLst>
            </p:cNvPr>
            <p:cNvSpPr txBox="1"/>
            <p:nvPr/>
          </p:nvSpPr>
          <p:spPr>
            <a:xfrm>
              <a:off x="112545" y="18284"/>
              <a:ext cx="1681849" cy="7078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39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rPr lang="zh-TW" altLang="en-US" sz="4000" dirty="0"/>
                <a:t>{{NAME12}}</a:t>
              </a:r>
              <a:endParaRPr lang="en-US" altLang="zh-TW" dirty="0"/>
            </a:p>
          </p:txBody>
        </p:sp>
      </p:grpSp>
      <p:grpSp>
        <p:nvGrpSpPr>
          <p:cNvPr id="45" name="矩形: 圓角 26">
            <a:extLst>
              <a:ext uri="{FF2B5EF4-FFF2-40B4-BE49-F238E27FC236}">
                <a16:creationId xmlns:a16="http://schemas.microsoft.com/office/drawing/2014/main" xmlns="" id="{5FCE554C-55C4-EE72-314A-F6C023034063}"/>
              </a:ext>
            </a:extLst>
          </p:cNvPr>
          <p:cNvGrpSpPr/>
          <p:nvPr/>
        </p:nvGrpSpPr>
        <p:grpSpPr>
          <a:xfrm>
            <a:off x="3812665" y="4806993"/>
            <a:ext cx="2414601" cy="963977"/>
            <a:chOff x="0" y="0"/>
            <a:chExt cx="2414599" cy="963975"/>
          </a:xfrm>
        </p:grpSpPr>
        <p:sp>
          <p:nvSpPr>
            <p:cNvPr id="46" name="圓角矩形">
              <a:extLst>
                <a:ext uri="{FF2B5EF4-FFF2-40B4-BE49-F238E27FC236}">
                  <a16:creationId xmlns:a16="http://schemas.microsoft.com/office/drawing/2014/main" xmlns="" id="{E1F597C1-F40E-8D03-4BD1-943D2E892BC9}"/>
                </a:ext>
              </a:extLst>
            </p:cNvPr>
            <p:cNvSpPr/>
            <p:nvPr/>
          </p:nvSpPr>
          <p:spPr>
            <a:xfrm>
              <a:off x="-1" y="-1"/>
              <a:ext cx="2414600" cy="963976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47" name="需要引薦">
              <a:extLst>
                <a:ext uri="{FF2B5EF4-FFF2-40B4-BE49-F238E27FC236}">
                  <a16:creationId xmlns:a16="http://schemas.microsoft.com/office/drawing/2014/main" xmlns="" id="{E8B5C587-E8C0-EECB-99D3-8617816B1FF0}"/>
                </a:ext>
              </a:extLst>
            </p:cNvPr>
            <p:cNvSpPr txBox="1"/>
            <p:nvPr/>
          </p:nvSpPr>
          <p:spPr>
            <a:xfrm>
              <a:off x="88386" y="226712"/>
              <a:ext cx="2237825" cy="510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引薦人</a:t>
              </a:r>
            </a:p>
          </p:txBody>
        </p:sp>
      </p:grpSp>
      <p:sp>
        <p:nvSpPr>
          <p:cNvPr id="48" name="直線單箭頭接點 29">
            <a:extLst>
              <a:ext uri="{FF2B5EF4-FFF2-40B4-BE49-F238E27FC236}">
                <a16:creationId xmlns:a16="http://schemas.microsoft.com/office/drawing/2014/main" xmlns="" id="{F0E96812-3620-8D16-72ED-F2977DE4A1EF}"/>
              </a:ext>
            </a:extLst>
          </p:cNvPr>
          <p:cNvSpPr/>
          <p:nvPr/>
        </p:nvSpPr>
        <p:spPr>
          <a:xfrm>
            <a:off x="6072449" y="5647117"/>
            <a:ext cx="5486911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9" name="文字方塊 1">
            <a:extLst>
              <a:ext uri="{FF2B5EF4-FFF2-40B4-BE49-F238E27FC236}">
                <a16:creationId xmlns:a16="http://schemas.microsoft.com/office/drawing/2014/main" xmlns="" id="{745AD719-865E-C14C-C28F-A1313298D68A}"/>
              </a:ext>
            </a:extLst>
          </p:cNvPr>
          <p:cNvSpPr txBox="1"/>
          <p:nvPr/>
        </p:nvSpPr>
        <p:spPr>
          <a:xfrm>
            <a:off x="6401439" y="4930100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rPr lang="zh-TW" altLang="en-US" sz="2800" dirty="0"/>
              <a:t>{{INVITER12}}</a:t>
            </a:r>
            <a:endParaRPr lang="zh-TW" altLang="en-US" sz="2800" dirty="0"/>
          </a:p>
        </p:txBody>
      </p:sp>
      <p:grpSp>
        <p:nvGrpSpPr>
          <p:cNvPr id="51" name="群組 25">
            <a:extLst>
              <a:ext uri="{FF2B5EF4-FFF2-40B4-BE49-F238E27FC236}">
                <a16:creationId xmlns:a16="http://schemas.microsoft.com/office/drawing/2014/main" xmlns="" id="{1A7F0755-2ADD-2AB0-9B2C-2F3507CBA336}"/>
              </a:ext>
            </a:extLst>
          </p:cNvPr>
          <p:cNvGrpSpPr/>
          <p:nvPr/>
        </p:nvGrpSpPr>
        <p:grpSpPr>
          <a:xfrm>
            <a:off x="786585" y="178907"/>
            <a:ext cx="10404389" cy="1535422"/>
            <a:chOff x="-2" y="-1"/>
            <a:chExt cx="10404387" cy="1535420"/>
          </a:xfrm>
        </p:grpSpPr>
        <p:sp>
          <p:nvSpPr>
            <p:cNvPr id="52" name="平行四邊形 26">
              <a:extLst>
                <a:ext uri="{FF2B5EF4-FFF2-40B4-BE49-F238E27FC236}">
                  <a16:creationId xmlns:a16="http://schemas.microsoft.com/office/drawing/2014/main" xmlns="" id="{16C039E2-863E-5043-2DB9-AD7E0642FFBF}"/>
                </a:ext>
              </a:extLst>
            </p:cNvPr>
            <p:cNvSpPr/>
            <p:nvPr/>
          </p:nvSpPr>
          <p:spPr>
            <a:xfrm>
              <a:off x="479877" y="191883"/>
              <a:ext cx="9358943" cy="134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775" y="0"/>
                  </a:lnTo>
                  <a:lnTo>
                    <a:pt x="21600" y="0"/>
                  </a:lnTo>
                  <a:lnTo>
                    <a:pt x="20825" y="21600"/>
                  </a:lnTo>
                  <a:close/>
                </a:path>
              </a:pathLst>
            </a:custGeom>
            <a:solidFill>
              <a:srgbClr val="C7C7C7"/>
            </a:solidFill>
            <a:ln w="12700" cap="flat">
              <a:noFill/>
              <a:miter lim="400000"/>
            </a:ln>
            <a:effectLst>
              <a:outerShdw blurRad="76200" dist="37674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19318">
                <a:defRPr sz="24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pPr>
              <a:endParaRPr/>
            </a:p>
          </p:txBody>
        </p:sp>
        <p:sp>
          <p:nvSpPr>
            <p:cNvPr id="53" name="平行四邊形 27">
              <a:extLst>
                <a:ext uri="{FF2B5EF4-FFF2-40B4-BE49-F238E27FC236}">
                  <a16:creationId xmlns:a16="http://schemas.microsoft.com/office/drawing/2014/main" xmlns="" id="{8F0D1D4E-E2AF-B19C-4ECC-4F75921D8D2E}"/>
                </a:ext>
              </a:extLst>
            </p:cNvPr>
            <p:cNvSpPr/>
            <p:nvPr/>
          </p:nvSpPr>
          <p:spPr>
            <a:xfrm>
              <a:off x="-2" y="-1"/>
              <a:ext cx="9024141" cy="134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804" y="0"/>
                  </a:lnTo>
                  <a:lnTo>
                    <a:pt x="21600" y="0"/>
                  </a:lnTo>
                  <a:lnTo>
                    <a:pt x="20796" y="21600"/>
                  </a:lnTo>
                  <a:close/>
                </a:path>
              </a:pathLst>
            </a:custGeom>
            <a:solidFill>
              <a:srgbClr val="CF2031"/>
            </a:solidFill>
            <a:ln w="19050" cap="flat">
              <a:solidFill>
                <a:srgbClr val="CF2031"/>
              </a:solidFill>
              <a:prstDash val="solid"/>
              <a:miter lim="800000"/>
            </a:ln>
            <a:effectLst>
              <a:outerShdw blurRad="76200" dist="37674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19318">
                <a:defRPr sz="24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pPr>
              <a:endParaRPr/>
            </a:p>
          </p:txBody>
        </p:sp>
        <p:sp>
          <p:nvSpPr>
            <p:cNvPr id="54" name="矩形 29">
              <a:extLst>
                <a:ext uri="{FF2B5EF4-FFF2-40B4-BE49-F238E27FC236}">
                  <a16:creationId xmlns:a16="http://schemas.microsoft.com/office/drawing/2014/main" xmlns="" id="{F39CA52A-F7DB-1697-D678-D81663012D45}"/>
                </a:ext>
              </a:extLst>
            </p:cNvPr>
            <p:cNvSpPr txBox="1"/>
            <p:nvPr/>
          </p:nvSpPr>
          <p:spPr>
            <a:xfrm>
              <a:off x="1119243" y="864008"/>
              <a:ext cx="6725891" cy="3312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>
              <a:lvl1pPr defTabSz="1219318">
                <a:defRPr sz="16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r>
                <a:t>WELCOME VISITORS</a:t>
              </a:r>
            </a:p>
          </p:txBody>
        </p:sp>
        <p:grpSp>
          <p:nvGrpSpPr>
            <p:cNvPr id="55" name="橢圓 30">
              <a:extLst>
                <a:ext uri="{FF2B5EF4-FFF2-40B4-BE49-F238E27FC236}">
                  <a16:creationId xmlns:a16="http://schemas.microsoft.com/office/drawing/2014/main" xmlns="" id="{6EB71EE6-6735-14B0-DA9A-EC355F55C01C}"/>
                </a:ext>
              </a:extLst>
            </p:cNvPr>
            <p:cNvGrpSpPr/>
            <p:nvPr/>
          </p:nvGrpSpPr>
          <p:grpSpPr>
            <a:xfrm>
              <a:off x="9169203" y="54000"/>
              <a:ext cx="1235182" cy="1235186"/>
              <a:chOff x="-2" y="-2"/>
              <a:chExt cx="1235181" cy="1235185"/>
            </a:xfrm>
          </p:grpSpPr>
          <p:sp>
            <p:nvSpPr>
              <p:cNvPr id="57" name="圓形">
                <a:extLst>
                  <a:ext uri="{FF2B5EF4-FFF2-40B4-BE49-F238E27FC236}">
                    <a16:creationId xmlns:a16="http://schemas.microsoft.com/office/drawing/2014/main" xmlns="" id="{DC44ACC2-811F-68B6-63B7-C25695ABCC2D}"/>
                  </a:ext>
                </a:extLst>
              </p:cNvPr>
              <p:cNvSpPr/>
              <p:nvPr/>
            </p:nvSpPr>
            <p:spPr>
              <a:xfrm>
                <a:off x="-2" y="-2"/>
                <a:ext cx="1235181" cy="1235185"/>
              </a:xfrm>
              <a:prstGeom prst="ellipse">
                <a:avLst/>
              </a:prstGeom>
              <a:solidFill>
                <a:srgbClr val="CF2031"/>
              </a:solidFill>
              <a:ln w="19050" cap="flat">
                <a:solidFill>
                  <a:srgbClr val="CF2031"/>
                </a:solidFill>
                <a:prstDash val="solid"/>
                <a:miter lim="800000"/>
              </a:ln>
              <a:effectLst>
                <a:outerShdw blurRad="76200" dist="37674" dir="2700000" rotWithShape="0">
                  <a:srgbClr val="000000">
                    <a:alpha val="40000"/>
                  </a:srgbClr>
                </a:outerShdw>
              </a:effectLst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1219318">
                  <a:defRPr sz="3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58" name="02">
                <a:extLst>
                  <a:ext uri="{FF2B5EF4-FFF2-40B4-BE49-F238E27FC236}">
                    <a16:creationId xmlns:a16="http://schemas.microsoft.com/office/drawing/2014/main" xmlns="" id="{BFB696E0-8564-5B33-0B38-FC844FD37BCA}"/>
                  </a:ext>
                </a:extLst>
              </p:cNvPr>
              <p:cNvSpPr txBox="1"/>
              <p:nvPr/>
            </p:nvSpPr>
            <p:spPr>
              <a:xfrm>
                <a:off x="235412" y="325921"/>
                <a:ext cx="764352" cy="58331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4999" tIns="44999" rIns="44999" bIns="44999" numCol="1" anchor="ctr">
                <a:spAutoFit/>
              </a:bodyPr>
              <a:lstStyle>
                <a:lvl1pPr algn="ctr" defTabSz="1219318">
                  <a:defRPr sz="3200" b="1">
                    <a:solidFill>
                      <a:srgbClr val="FFFFFF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defRPr>
                </a:lvl1pPr>
              </a:lstStyle>
              <a:p>
                <a:r>
                  <a:rPr smtClean="0"/>
                  <a:t>2</a:t>
                </a:r>
                <a:r>
                  <a:rPr lang="en-US" smtClean="0"/>
                  <a:t>1</a:t>
                </a:r>
              </a:p>
            </p:txBody>
          </p:sp>
        </p:grpSp>
        <p:sp>
          <p:nvSpPr>
            <p:cNvPr id="56" name="文字方塊 28">
              <a:extLst>
                <a:ext uri="{FF2B5EF4-FFF2-40B4-BE49-F238E27FC236}">
                  <a16:creationId xmlns:a16="http://schemas.microsoft.com/office/drawing/2014/main" xmlns="" id="{FDEB0F6B-5468-4333-0783-0B70F0A918F9}"/>
                </a:ext>
              </a:extLst>
            </p:cNvPr>
            <p:cNvSpPr txBox="1"/>
            <p:nvPr/>
          </p:nvSpPr>
          <p:spPr>
            <a:xfrm>
              <a:off x="1002962" y="96123"/>
              <a:ext cx="7034052" cy="940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>
              <a:lvl1pPr algn="just" defTabSz="1219318">
                <a:defRPr sz="48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r>
                <a:rPr dirty="0"/>
                <a:t>來賓15秒自我介紹</a:t>
              </a:r>
            </a:p>
          </p:txBody>
        </p:sp>
      </p:grpSp>
      <p:sp>
        <p:nvSpPr>
          <p:cNvPr id="50" name="文字方塊 1">
            <a:extLst>
              <a:ext uri="{FF2B5EF4-FFF2-40B4-BE49-F238E27FC236}">
                <a16:creationId xmlns:a16="http://schemas.microsoft.com/office/drawing/2014/main" xmlns="" id="{AEEAD3CC-BFC0-0C12-9D33-83DA249EE6D9}"/>
              </a:ext>
            </a:extLst>
          </p:cNvPr>
          <p:cNvSpPr txBox="1"/>
          <p:nvPr/>
        </p:nvSpPr>
        <p:spPr>
          <a:xfrm>
            <a:off x="6457086" y="4006870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endParaRPr lang="zh-TW" altLang="en-US" sz="2800" dirty="0"/>
          </a:p>
        </p:txBody>
      </p:sp>
      <p:sp>
        <p:nvSpPr>
          <p:cNvPr id="61" name="文字方塊 1">
            <a:extLst>
              <a:ext uri="{FF2B5EF4-FFF2-40B4-BE49-F238E27FC236}">
                <a16:creationId xmlns:a16="http://schemas.microsoft.com/office/drawing/2014/main" xmlns="" id="{1080D13B-346E-6AA5-BA21-6F5E163775B0}"/>
              </a:ext>
            </a:extLst>
          </p:cNvPr>
          <p:cNvSpPr txBox="1"/>
          <p:nvPr/>
        </p:nvSpPr>
        <p:spPr>
          <a:xfrm>
            <a:off x="6338379" y="2953784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r>
              <a:rPr lang="zh-TW" altLang="en-US" sz="2800" dirty="0"/>
              <a:t>{{SERVICE12}}</a:t>
            </a:r>
            <a:endParaRPr lang="zh-TW" altLang="en-US" sz="2800" dirty="0"/>
          </a:p>
        </p:txBody>
      </p:sp>
      <p:sp>
        <p:nvSpPr>
          <p:cNvPr id="3" name="文字方塊 1">
            <a:extLst>
              <a:ext uri="{FF2B5EF4-FFF2-40B4-BE49-F238E27FC236}">
                <a16:creationId xmlns:a16="http://schemas.microsoft.com/office/drawing/2014/main" xmlns="" id="{879A7CB1-DF92-1475-A893-865DBE704EAE}"/>
              </a:ext>
            </a:extLst>
          </p:cNvPr>
          <p:cNvSpPr txBox="1"/>
          <p:nvPr/>
        </p:nvSpPr>
        <p:spPr>
          <a:xfrm>
            <a:off x="6400319" y="3747445"/>
            <a:ext cx="5467425" cy="829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r>
              <a:rPr lang="zh-TW" altLang="en-US" sz="2400" dirty="0"/>
              <a:t>{{SEEKING12}}</a:t>
            </a:r>
            <a:endParaRPr lang="zh-TW" altLang="en-US" sz="2400" dirty="0"/>
          </a:p>
        </p:txBody>
      </p:sp>
      <p:sp>
        <p:nvSpPr>
          <p:cNvPr id="912" name="PhotoBox"/>
          <p:cNvSpPr/>
          <p:nvPr/>
        </p:nvSpPr>
        <p:spPr>
          <a:xfrm>
            <a:off x="936972" y="1585307"/>
            <a:ext cx="2101540" cy="3312245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A6221A"/>
            </a:solidFill>
            <a:prstDash val="dash"/>
          </a:ln>
        </p:spPr>
        <p:txBody>
          <a:bodyPr anchor="ctr"/>
          <a:lstStyle/>
          <a:p>
            <a:pPr algn="ctr"/>
            <a:r>
              <a:rPr lang="zh-TW" sz="1500">
                <a:solidFill>
                  <a:srgbClr val="7A6E5A"/>
                </a:solidFill>
              </a:rPr>
              <a:t>請貼上來賓照片</a:t>
            </a:r>
          </a:p>
          <a:p>
            <a:pPr algn="ctr"/>
            <a:r>
              <a:rPr lang="zh-TW" sz="1100">
                <a:solidFill>
                  <a:srgbClr val="7A6E5A"/>
                </a:solidFill>
              </a:rPr>
              <a:t>(下載後自行貼上)</a:t>
            </a:r>
          </a:p>
        </p:txBody>
      </p:sp>
    </p:spTree>
    <p:extLst>
      <p:ext uri="{BB962C8B-B14F-4D97-AF65-F5344CB8AC3E}">
        <p14:creationId xmlns:p14="http://schemas.microsoft.com/office/powerpoint/2010/main" val="3676949798"/>
      </p:ext>
    </p:extLst>
  </p:cSld>
  <p:clrMapOvr>
    <a:masterClrMapping/>
  </p:clrMapOvr>
</p:sld>
</file>

<file path=ppt/slides/slideG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4C9FC0D-04C7-9CDD-F82E-B9BCA948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矩形 2">
            <a:extLst>
              <a:ext uri="{FF2B5EF4-FFF2-40B4-BE49-F238E27FC236}">
                <a16:creationId xmlns:a16="http://schemas.microsoft.com/office/drawing/2014/main" xmlns="" id="{5D6DAABF-D057-E96D-98C3-C235BE9EAD8D}"/>
              </a:ext>
            </a:extLst>
          </p:cNvPr>
          <p:cNvGrpSpPr/>
          <p:nvPr/>
        </p:nvGrpSpPr>
        <p:grpSpPr>
          <a:xfrm>
            <a:off x="1771191" y="5831987"/>
            <a:ext cx="1178659" cy="383780"/>
            <a:chOff x="-1" y="0"/>
            <a:chExt cx="1178657" cy="383778"/>
          </a:xfrm>
        </p:grpSpPr>
        <p:sp>
          <p:nvSpPr>
            <p:cNvPr id="5" name="矩形">
              <a:extLst>
                <a:ext uri="{FF2B5EF4-FFF2-40B4-BE49-F238E27FC236}">
                  <a16:creationId xmlns:a16="http://schemas.microsoft.com/office/drawing/2014/main" xmlns="" id="{CBC5F700-2CB3-4CA1-6EE6-8B65700EF1F7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" name="金融投資">
              <a:extLst>
                <a:ext uri="{FF2B5EF4-FFF2-40B4-BE49-F238E27FC236}">
                  <a16:creationId xmlns:a16="http://schemas.microsoft.com/office/drawing/2014/main" xmlns="" id="{72175538-B2BE-E4E4-EFD1-C073FD90CEA9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金融投資</a:t>
              </a:r>
            </a:p>
          </p:txBody>
        </p:sp>
      </p:grpSp>
      <p:grpSp>
        <p:nvGrpSpPr>
          <p:cNvPr id="7" name="矩形 2">
            <a:extLst>
              <a:ext uri="{FF2B5EF4-FFF2-40B4-BE49-F238E27FC236}">
                <a16:creationId xmlns:a16="http://schemas.microsoft.com/office/drawing/2014/main" xmlns="" id="{783FA7C6-08B2-D9FF-2FCE-D5F94D8A267E}"/>
              </a:ext>
            </a:extLst>
          </p:cNvPr>
          <p:cNvGrpSpPr/>
          <p:nvPr/>
        </p:nvGrpSpPr>
        <p:grpSpPr>
          <a:xfrm>
            <a:off x="3017511" y="5831987"/>
            <a:ext cx="1178659" cy="383780"/>
            <a:chOff x="-1" y="0"/>
            <a:chExt cx="1178657" cy="383778"/>
          </a:xfrm>
        </p:grpSpPr>
        <p:sp>
          <p:nvSpPr>
            <p:cNvPr id="8" name="矩形">
              <a:extLst>
                <a:ext uri="{FF2B5EF4-FFF2-40B4-BE49-F238E27FC236}">
                  <a16:creationId xmlns:a16="http://schemas.microsoft.com/office/drawing/2014/main" xmlns="" id="{737BE9B1-C068-8950-4AAE-8AB5380957B8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" name="品牌推廣">
              <a:extLst>
                <a:ext uri="{FF2B5EF4-FFF2-40B4-BE49-F238E27FC236}">
                  <a16:creationId xmlns:a16="http://schemas.microsoft.com/office/drawing/2014/main" xmlns="" id="{4F1669A1-5291-9DEC-1BE9-D1BB03174833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品牌推廣</a:t>
              </a:r>
            </a:p>
          </p:txBody>
        </p:sp>
      </p:grpSp>
      <p:grpSp>
        <p:nvGrpSpPr>
          <p:cNvPr id="10" name="矩形 2">
            <a:extLst>
              <a:ext uri="{FF2B5EF4-FFF2-40B4-BE49-F238E27FC236}">
                <a16:creationId xmlns:a16="http://schemas.microsoft.com/office/drawing/2014/main" xmlns="" id="{7FAF0CBB-E577-255F-C8AA-C2D59E1813CD}"/>
              </a:ext>
            </a:extLst>
          </p:cNvPr>
          <p:cNvGrpSpPr/>
          <p:nvPr/>
        </p:nvGrpSpPr>
        <p:grpSpPr>
          <a:xfrm>
            <a:off x="4254469" y="5831987"/>
            <a:ext cx="1178659" cy="383780"/>
            <a:chOff x="-1" y="0"/>
            <a:chExt cx="1178657" cy="383778"/>
          </a:xfrm>
        </p:grpSpPr>
        <p:sp>
          <p:nvSpPr>
            <p:cNvPr id="11" name="矩形">
              <a:extLst>
                <a:ext uri="{FF2B5EF4-FFF2-40B4-BE49-F238E27FC236}">
                  <a16:creationId xmlns:a16="http://schemas.microsoft.com/office/drawing/2014/main" xmlns="" id="{2C0E2AA6-3245-4DB6-A9E9-C968D2A7D580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2" name="商業服務">
              <a:extLst>
                <a:ext uri="{FF2B5EF4-FFF2-40B4-BE49-F238E27FC236}">
                  <a16:creationId xmlns:a16="http://schemas.microsoft.com/office/drawing/2014/main" xmlns="" id="{A10E25BF-C5DF-E231-42AC-12B9467FB38D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商業服務</a:t>
              </a:r>
            </a:p>
          </p:txBody>
        </p:sp>
      </p:grpSp>
      <p:grpSp>
        <p:nvGrpSpPr>
          <p:cNvPr id="13" name="矩形 2">
            <a:extLst>
              <a:ext uri="{FF2B5EF4-FFF2-40B4-BE49-F238E27FC236}">
                <a16:creationId xmlns:a16="http://schemas.microsoft.com/office/drawing/2014/main" xmlns="" id="{642D1255-5A24-91AA-33D6-7DCA2C8AA973}"/>
              </a:ext>
            </a:extLst>
          </p:cNvPr>
          <p:cNvGrpSpPr/>
          <p:nvPr/>
        </p:nvGrpSpPr>
        <p:grpSpPr>
          <a:xfrm>
            <a:off x="5491428" y="5831987"/>
            <a:ext cx="1178656" cy="383780"/>
            <a:chOff x="-1" y="0"/>
            <a:chExt cx="1178654" cy="383778"/>
          </a:xfrm>
        </p:grpSpPr>
        <p:sp>
          <p:nvSpPr>
            <p:cNvPr id="14" name="矩形">
              <a:extLst>
                <a:ext uri="{FF2B5EF4-FFF2-40B4-BE49-F238E27FC236}">
                  <a16:creationId xmlns:a16="http://schemas.microsoft.com/office/drawing/2014/main" xmlns="" id="{9D12C0D3-B366-1864-B7C7-05C6882668F5}"/>
                </a:ext>
              </a:extLst>
            </p:cNvPr>
            <p:cNvSpPr/>
            <p:nvPr/>
          </p:nvSpPr>
          <p:spPr>
            <a:xfrm>
              <a:off x="-2" y="-1"/>
              <a:ext cx="1178656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" name="醫療健康">
              <a:extLst>
                <a:ext uri="{FF2B5EF4-FFF2-40B4-BE49-F238E27FC236}">
                  <a16:creationId xmlns:a16="http://schemas.microsoft.com/office/drawing/2014/main" xmlns="" id="{F5CF93FC-3C84-1AA2-C15D-7A10D1878C5B}"/>
                </a:ext>
              </a:extLst>
            </p:cNvPr>
            <p:cNvSpPr txBox="1"/>
            <p:nvPr/>
          </p:nvSpPr>
          <p:spPr>
            <a:xfrm>
              <a:off x="54526" y="7185"/>
              <a:ext cx="1069601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醫療健康</a:t>
              </a:r>
            </a:p>
          </p:txBody>
        </p:sp>
      </p:grpSp>
      <p:grpSp>
        <p:nvGrpSpPr>
          <p:cNvPr id="16" name="矩形 2">
            <a:extLst>
              <a:ext uri="{FF2B5EF4-FFF2-40B4-BE49-F238E27FC236}">
                <a16:creationId xmlns:a16="http://schemas.microsoft.com/office/drawing/2014/main" xmlns="" id="{E36532E3-06CB-6256-CEAE-03233547F4FB}"/>
              </a:ext>
            </a:extLst>
          </p:cNvPr>
          <p:cNvGrpSpPr/>
          <p:nvPr/>
        </p:nvGrpSpPr>
        <p:grpSpPr>
          <a:xfrm>
            <a:off x="6728750" y="5831987"/>
            <a:ext cx="1178659" cy="383780"/>
            <a:chOff x="-1" y="0"/>
            <a:chExt cx="1178657" cy="383778"/>
          </a:xfrm>
        </p:grpSpPr>
        <p:sp>
          <p:nvSpPr>
            <p:cNvPr id="17" name="矩形">
              <a:extLst>
                <a:ext uri="{FF2B5EF4-FFF2-40B4-BE49-F238E27FC236}">
                  <a16:creationId xmlns:a16="http://schemas.microsoft.com/office/drawing/2014/main" xmlns="" id="{2AC36A8F-B16F-8E8C-0EDC-1AFEA896E0D9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8" name="食品餐飲">
              <a:extLst>
                <a:ext uri="{FF2B5EF4-FFF2-40B4-BE49-F238E27FC236}">
                  <a16:creationId xmlns:a16="http://schemas.microsoft.com/office/drawing/2014/main" xmlns="" id="{DF4543CD-11F2-22CE-1A53-24DBE70CDE10}"/>
                </a:ext>
              </a:extLst>
            </p:cNvPr>
            <p:cNvSpPr txBox="1"/>
            <p:nvPr/>
          </p:nvSpPr>
          <p:spPr>
            <a:xfrm>
              <a:off x="54528" y="7185"/>
              <a:ext cx="1069603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食品餐飲</a:t>
              </a:r>
            </a:p>
          </p:txBody>
        </p:sp>
      </p:grpSp>
      <p:grpSp>
        <p:nvGrpSpPr>
          <p:cNvPr id="19" name="矩形 2">
            <a:extLst>
              <a:ext uri="{FF2B5EF4-FFF2-40B4-BE49-F238E27FC236}">
                <a16:creationId xmlns:a16="http://schemas.microsoft.com/office/drawing/2014/main" xmlns="" id="{D1AC1ED6-DA3D-795A-B487-485A1CFCE0F1}"/>
              </a:ext>
            </a:extLst>
          </p:cNvPr>
          <p:cNvGrpSpPr/>
          <p:nvPr/>
        </p:nvGrpSpPr>
        <p:grpSpPr>
          <a:xfrm>
            <a:off x="7965711" y="5831987"/>
            <a:ext cx="1178659" cy="383780"/>
            <a:chOff x="-1" y="0"/>
            <a:chExt cx="1178657" cy="383778"/>
          </a:xfrm>
        </p:grpSpPr>
        <p:sp>
          <p:nvSpPr>
            <p:cNvPr id="20" name="矩形">
              <a:extLst>
                <a:ext uri="{FF2B5EF4-FFF2-40B4-BE49-F238E27FC236}">
                  <a16:creationId xmlns:a16="http://schemas.microsoft.com/office/drawing/2014/main" xmlns="" id="{374F9E01-9666-70B5-1726-22E3F7A3F79D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1" name="時尚生活">
              <a:extLst>
                <a:ext uri="{FF2B5EF4-FFF2-40B4-BE49-F238E27FC236}">
                  <a16:creationId xmlns:a16="http://schemas.microsoft.com/office/drawing/2014/main" xmlns="" id="{14475685-DEB0-11B7-4666-781CD69C5AAA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時尚生活</a:t>
              </a:r>
            </a:p>
          </p:txBody>
        </p:sp>
      </p:grpSp>
      <p:grpSp>
        <p:nvGrpSpPr>
          <p:cNvPr id="22" name="矩形 2">
            <a:extLst>
              <a:ext uri="{FF2B5EF4-FFF2-40B4-BE49-F238E27FC236}">
                <a16:creationId xmlns:a16="http://schemas.microsoft.com/office/drawing/2014/main" xmlns="" id="{D57A40FB-9FD5-AF5C-B247-9D45094F0ACC}"/>
              </a:ext>
            </a:extLst>
          </p:cNvPr>
          <p:cNvGrpSpPr/>
          <p:nvPr/>
        </p:nvGrpSpPr>
        <p:grpSpPr>
          <a:xfrm>
            <a:off x="9203030" y="5831987"/>
            <a:ext cx="1456576" cy="383780"/>
            <a:chOff x="0" y="0"/>
            <a:chExt cx="1456574" cy="383778"/>
          </a:xfrm>
        </p:grpSpPr>
        <p:sp>
          <p:nvSpPr>
            <p:cNvPr id="23" name="矩形">
              <a:extLst>
                <a:ext uri="{FF2B5EF4-FFF2-40B4-BE49-F238E27FC236}">
                  <a16:creationId xmlns:a16="http://schemas.microsoft.com/office/drawing/2014/main" xmlns="" id="{D5FDBC8C-7C5A-7DCD-F277-4A74DC67413C}"/>
                </a:ext>
              </a:extLst>
            </p:cNvPr>
            <p:cNvSpPr/>
            <p:nvPr/>
          </p:nvSpPr>
          <p:spPr>
            <a:xfrm>
              <a:off x="-1" y="-1"/>
              <a:ext cx="1456575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4" name="商品規劃包裝">
              <a:extLst>
                <a:ext uri="{FF2B5EF4-FFF2-40B4-BE49-F238E27FC236}">
                  <a16:creationId xmlns:a16="http://schemas.microsoft.com/office/drawing/2014/main" xmlns="" id="{69932356-4EBD-8211-99F8-1862A49945BF}"/>
                </a:ext>
              </a:extLst>
            </p:cNvPr>
            <p:cNvSpPr txBox="1"/>
            <p:nvPr/>
          </p:nvSpPr>
          <p:spPr>
            <a:xfrm>
              <a:off x="54525" y="7185"/>
              <a:ext cx="1347524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商品規劃包裝</a:t>
              </a:r>
            </a:p>
          </p:txBody>
        </p:sp>
      </p:grpSp>
      <p:grpSp>
        <p:nvGrpSpPr>
          <p:cNvPr id="25" name="矩形 2">
            <a:extLst>
              <a:ext uri="{FF2B5EF4-FFF2-40B4-BE49-F238E27FC236}">
                <a16:creationId xmlns:a16="http://schemas.microsoft.com/office/drawing/2014/main" xmlns="" id="{86D65167-FCDD-6DA3-150E-9B2E76978415}"/>
              </a:ext>
            </a:extLst>
          </p:cNvPr>
          <p:cNvGrpSpPr/>
          <p:nvPr/>
        </p:nvGrpSpPr>
        <p:grpSpPr>
          <a:xfrm>
            <a:off x="10708909" y="5831987"/>
            <a:ext cx="1384577" cy="383780"/>
            <a:chOff x="-1" y="0"/>
            <a:chExt cx="1384576" cy="383778"/>
          </a:xfrm>
        </p:grpSpPr>
        <p:sp>
          <p:nvSpPr>
            <p:cNvPr id="26" name="矩形">
              <a:extLst>
                <a:ext uri="{FF2B5EF4-FFF2-40B4-BE49-F238E27FC236}">
                  <a16:creationId xmlns:a16="http://schemas.microsoft.com/office/drawing/2014/main" xmlns="" id="{17F8C02D-C443-33B9-8F9D-9CBE3C9CFCA0}"/>
                </a:ext>
              </a:extLst>
            </p:cNvPr>
            <p:cNvSpPr/>
            <p:nvPr/>
          </p:nvSpPr>
          <p:spPr>
            <a:xfrm>
              <a:off x="-2" y="-1"/>
              <a:ext cx="1384577" cy="383780"/>
            </a:xfrm>
            <a:prstGeom prst="rect">
              <a:avLst/>
            </a:prstGeom>
            <a:solidFill>
              <a:srgbClr val="00B05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7" name="參訪來賓">
              <a:extLst>
                <a:ext uri="{FF2B5EF4-FFF2-40B4-BE49-F238E27FC236}">
                  <a16:creationId xmlns:a16="http://schemas.microsoft.com/office/drawing/2014/main" xmlns="" id="{AE141260-B956-1BD4-55F8-93AE6D1B1222}"/>
                </a:ext>
              </a:extLst>
            </p:cNvPr>
            <p:cNvSpPr txBox="1"/>
            <p:nvPr/>
          </p:nvSpPr>
          <p:spPr>
            <a:xfrm>
              <a:off x="45002" y="7185"/>
              <a:ext cx="1294575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參訪來賓</a:t>
              </a:r>
            </a:p>
          </p:txBody>
        </p:sp>
      </p:grpSp>
      <p:grpSp>
        <p:nvGrpSpPr>
          <p:cNvPr id="28" name="矩形: 圓角 19">
            <a:extLst>
              <a:ext uri="{FF2B5EF4-FFF2-40B4-BE49-F238E27FC236}">
                <a16:creationId xmlns:a16="http://schemas.microsoft.com/office/drawing/2014/main" xmlns="" id="{80EC3EEC-320C-48F5-19EA-EDFBFD775664}"/>
              </a:ext>
            </a:extLst>
          </p:cNvPr>
          <p:cNvGrpSpPr/>
          <p:nvPr/>
        </p:nvGrpSpPr>
        <p:grpSpPr>
          <a:xfrm>
            <a:off x="3773055" y="1822260"/>
            <a:ext cx="2431568" cy="970750"/>
            <a:chOff x="0" y="0"/>
            <a:chExt cx="2431566" cy="970748"/>
          </a:xfrm>
        </p:grpSpPr>
        <p:sp>
          <p:nvSpPr>
            <p:cNvPr id="29" name="圓角矩形">
              <a:extLst>
                <a:ext uri="{FF2B5EF4-FFF2-40B4-BE49-F238E27FC236}">
                  <a16:creationId xmlns:a16="http://schemas.microsoft.com/office/drawing/2014/main" xmlns="" id="{3A345DC8-D17A-6BB1-00B0-5F7F5785ABFD}"/>
                </a:ext>
              </a:extLst>
            </p:cNvPr>
            <p:cNvSpPr/>
            <p:nvPr/>
          </p:nvSpPr>
          <p:spPr>
            <a:xfrm>
              <a:off x="-1" y="-1"/>
              <a:ext cx="2431567" cy="970749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0" name="公司名稱…">
              <a:extLst>
                <a:ext uri="{FF2B5EF4-FFF2-40B4-BE49-F238E27FC236}">
                  <a16:creationId xmlns:a16="http://schemas.microsoft.com/office/drawing/2014/main" xmlns="" id="{640E4531-6A68-617A-5143-02C5B623F5CF}"/>
                </a:ext>
              </a:extLst>
            </p:cNvPr>
            <p:cNvSpPr txBox="1"/>
            <p:nvPr/>
          </p:nvSpPr>
          <p:spPr>
            <a:xfrm>
              <a:off x="88351" y="59369"/>
              <a:ext cx="2254860" cy="8519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r>
                <a:rPr dirty="0" err="1"/>
                <a:t>公司名稱</a:t>
              </a:r>
              <a:endParaRPr dirty="0"/>
            </a:p>
            <a:p>
              <a: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r>
                <a:rPr dirty="0" err="1"/>
                <a:t>職務名稱</a:t>
              </a:r>
              <a:endParaRPr dirty="0"/>
            </a:p>
          </p:txBody>
        </p:sp>
      </p:grpSp>
      <p:grpSp>
        <p:nvGrpSpPr>
          <p:cNvPr id="31" name="矩形: 圓角 25">
            <a:extLst>
              <a:ext uri="{FF2B5EF4-FFF2-40B4-BE49-F238E27FC236}">
                <a16:creationId xmlns:a16="http://schemas.microsoft.com/office/drawing/2014/main" xmlns="" id="{DE62D0C2-76AA-F83C-C1F7-A1497EF6171F}"/>
              </a:ext>
            </a:extLst>
          </p:cNvPr>
          <p:cNvGrpSpPr/>
          <p:nvPr/>
        </p:nvGrpSpPr>
        <p:grpSpPr>
          <a:xfrm>
            <a:off x="3782098" y="2818471"/>
            <a:ext cx="2413481" cy="963529"/>
            <a:chOff x="0" y="-1"/>
            <a:chExt cx="2413480" cy="963528"/>
          </a:xfrm>
        </p:grpSpPr>
        <p:sp>
          <p:nvSpPr>
            <p:cNvPr id="32" name="圓角矩形">
              <a:extLst>
                <a:ext uri="{FF2B5EF4-FFF2-40B4-BE49-F238E27FC236}">
                  <a16:creationId xmlns:a16="http://schemas.microsoft.com/office/drawing/2014/main" xmlns="" id="{33F9D984-0491-C7AE-94B6-008944DB26A6}"/>
                </a:ext>
              </a:extLst>
            </p:cNvPr>
            <p:cNvSpPr/>
            <p:nvPr/>
          </p:nvSpPr>
          <p:spPr>
            <a:xfrm>
              <a:off x="-1" y="-2"/>
              <a:ext cx="2413481" cy="963530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3" name="服務項目">
              <a:extLst>
                <a:ext uri="{FF2B5EF4-FFF2-40B4-BE49-F238E27FC236}">
                  <a16:creationId xmlns:a16="http://schemas.microsoft.com/office/drawing/2014/main" xmlns="" id="{51876C5B-1C19-2987-7D9A-D2B2E9C25AED}"/>
                </a:ext>
              </a:extLst>
            </p:cNvPr>
            <p:cNvSpPr txBox="1"/>
            <p:nvPr/>
          </p:nvSpPr>
          <p:spPr>
            <a:xfrm>
              <a:off x="88345" y="245538"/>
              <a:ext cx="2236788" cy="472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服務項目</a:t>
              </a:r>
            </a:p>
          </p:txBody>
        </p:sp>
      </p:grpSp>
      <p:grpSp>
        <p:nvGrpSpPr>
          <p:cNvPr id="34" name="矩形: 圓角 26">
            <a:extLst>
              <a:ext uri="{FF2B5EF4-FFF2-40B4-BE49-F238E27FC236}">
                <a16:creationId xmlns:a16="http://schemas.microsoft.com/office/drawing/2014/main" xmlns="" id="{D73FE79E-F307-118F-A738-2A317BB9BD45}"/>
              </a:ext>
            </a:extLst>
          </p:cNvPr>
          <p:cNvGrpSpPr/>
          <p:nvPr/>
        </p:nvGrpSpPr>
        <p:grpSpPr>
          <a:xfrm>
            <a:off x="3812665" y="3815705"/>
            <a:ext cx="2413481" cy="963530"/>
            <a:chOff x="-1" y="-1"/>
            <a:chExt cx="2413480" cy="963528"/>
          </a:xfrm>
        </p:grpSpPr>
        <p:sp>
          <p:nvSpPr>
            <p:cNvPr id="35" name="圓角矩形">
              <a:extLst>
                <a:ext uri="{FF2B5EF4-FFF2-40B4-BE49-F238E27FC236}">
                  <a16:creationId xmlns:a16="http://schemas.microsoft.com/office/drawing/2014/main" xmlns="" id="{89803A57-7F08-979B-D3F4-4D030A083EBE}"/>
                </a:ext>
              </a:extLst>
            </p:cNvPr>
            <p:cNvSpPr/>
            <p:nvPr/>
          </p:nvSpPr>
          <p:spPr>
            <a:xfrm>
              <a:off x="-2" y="-2"/>
              <a:ext cx="2413482" cy="963530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6" name="需要引薦">
              <a:extLst>
                <a:ext uri="{FF2B5EF4-FFF2-40B4-BE49-F238E27FC236}">
                  <a16:creationId xmlns:a16="http://schemas.microsoft.com/office/drawing/2014/main" xmlns="" id="{3541D158-AB5C-C676-2D18-E5CA5F36210E}"/>
                </a:ext>
              </a:extLst>
            </p:cNvPr>
            <p:cNvSpPr txBox="1"/>
            <p:nvPr/>
          </p:nvSpPr>
          <p:spPr>
            <a:xfrm>
              <a:off x="88345" y="226489"/>
              <a:ext cx="2236786" cy="510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需要引薦</a:t>
              </a:r>
            </a:p>
          </p:txBody>
        </p:sp>
      </p:grpSp>
      <p:sp>
        <p:nvSpPr>
          <p:cNvPr id="37" name="直線單箭頭接點 29">
            <a:extLst>
              <a:ext uri="{FF2B5EF4-FFF2-40B4-BE49-F238E27FC236}">
                <a16:creationId xmlns:a16="http://schemas.microsoft.com/office/drawing/2014/main" xmlns="" id="{07C57310-FFF6-C651-5D94-70282D6C3896}"/>
              </a:ext>
            </a:extLst>
          </p:cNvPr>
          <p:cNvSpPr/>
          <p:nvPr/>
        </p:nvSpPr>
        <p:spPr>
          <a:xfrm>
            <a:off x="5976798" y="4770054"/>
            <a:ext cx="5486911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8" name="文字方塊 1">
            <a:extLst>
              <a:ext uri="{FF2B5EF4-FFF2-40B4-BE49-F238E27FC236}">
                <a16:creationId xmlns:a16="http://schemas.microsoft.com/office/drawing/2014/main" xmlns="" id="{887A8847-F8A4-EF01-BF17-C95818EA43C6}"/>
              </a:ext>
            </a:extLst>
          </p:cNvPr>
          <p:cNvSpPr txBox="1"/>
          <p:nvPr/>
        </p:nvSpPr>
        <p:spPr>
          <a:xfrm>
            <a:off x="6281783" y="1993953"/>
            <a:ext cx="5658163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28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rPr lang="zh-TW" altLang="en-US" dirty="0"/>
              <a:t>{{CT13}}</a:t>
            </a:r>
            <a:endParaRPr dirty="0"/>
          </a:p>
        </p:txBody>
      </p:sp>
      <p:sp>
        <p:nvSpPr>
          <p:cNvPr id="39" name="文字方塊 1">
            <a:extLst>
              <a:ext uri="{FF2B5EF4-FFF2-40B4-BE49-F238E27FC236}">
                <a16:creationId xmlns:a16="http://schemas.microsoft.com/office/drawing/2014/main" xmlns="" id="{C159DF6A-F09F-E92B-F80F-BD57032004B2}"/>
              </a:ext>
            </a:extLst>
          </p:cNvPr>
          <p:cNvSpPr txBox="1"/>
          <p:nvPr/>
        </p:nvSpPr>
        <p:spPr>
          <a:xfrm>
            <a:off x="6123439" y="3754389"/>
            <a:ext cx="6137395" cy="460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>
            <a:lvl1pPr defTabSz="1219318">
              <a:defRPr sz="24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endParaRPr lang="zh-TW" altLang="en-US" dirty="0"/>
          </a:p>
        </p:txBody>
      </p:sp>
      <p:sp>
        <p:nvSpPr>
          <p:cNvPr id="40" name="直線單箭頭接點 29">
            <a:extLst>
              <a:ext uri="{FF2B5EF4-FFF2-40B4-BE49-F238E27FC236}">
                <a16:creationId xmlns:a16="http://schemas.microsoft.com/office/drawing/2014/main" xmlns="" id="{FD581968-7466-9E82-1A34-FB54CA1DE996}"/>
              </a:ext>
            </a:extLst>
          </p:cNvPr>
          <p:cNvSpPr/>
          <p:nvPr/>
        </p:nvSpPr>
        <p:spPr>
          <a:xfrm>
            <a:off x="5811585" y="3739640"/>
            <a:ext cx="5486910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1" name="直線單箭頭接點 29">
            <a:extLst>
              <a:ext uri="{FF2B5EF4-FFF2-40B4-BE49-F238E27FC236}">
                <a16:creationId xmlns:a16="http://schemas.microsoft.com/office/drawing/2014/main" xmlns="" id="{3215EE6C-AB6B-F464-7BB7-3378156EE67E}"/>
              </a:ext>
            </a:extLst>
          </p:cNvPr>
          <p:cNvSpPr/>
          <p:nvPr/>
        </p:nvSpPr>
        <p:spPr>
          <a:xfrm>
            <a:off x="5701296" y="2715420"/>
            <a:ext cx="5486910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grpSp>
        <p:nvGrpSpPr>
          <p:cNvPr id="42" name="矩形: 圆角 10">
            <a:extLst>
              <a:ext uri="{FF2B5EF4-FFF2-40B4-BE49-F238E27FC236}">
                <a16:creationId xmlns:a16="http://schemas.microsoft.com/office/drawing/2014/main" xmlns="" id="{F5BEFD9A-27E7-E95C-2FFC-8706CAEA0A23}"/>
              </a:ext>
            </a:extLst>
          </p:cNvPr>
          <p:cNvGrpSpPr/>
          <p:nvPr/>
        </p:nvGrpSpPr>
        <p:grpSpPr>
          <a:xfrm>
            <a:off x="1034272" y="4946209"/>
            <a:ext cx="1906943" cy="746741"/>
            <a:chOff x="0" y="15261"/>
            <a:chExt cx="1906941" cy="746739"/>
          </a:xfrm>
        </p:grpSpPr>
        <p:sp>
          <p:nvSpPr>
            <p:cNvPr id="43" name="圓角矩形">
              <a:extLst>
                <a:ext uri="{FF2B5EF4-FFF2-40B4-BE49-F238E27FC236}">
                  <a16:creationId xmlns:a16="http://schemas.microsoft.com/office/drawing/2014/main" xmlns="" id="{9DBFD8BE-FD0B-A5F9-2B4D-E422CBBA673C}"/>
                </a:ext>
              </a:extLst>
            </p:cNvPr>
            <p:cNvSpPr/>
            <p:nvPr/>
          </p:nvSpPr>
          <p:spPr>
            <a:xfrm>
              <a:off x="0" y="15261"/>
              <a:ext cx="1906941" cy="746739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8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44" name="葉芯寧">
              <a:extLst>
                <a:ext uri="{FF2B5EF4-FFF2-40B4-BE49-F238E27FC236}">
                  <a16:creationId xmlns:a16="http://schemas.microsoft.com/office/drawing/2014/main" xmlns="" id="{8265EFF4-6D12-1913-114A-E3EC7358C154}"/>
                </a:ext>
              </a:extLst>
            </p:cNvPr>
            <p:cNvSpPr txBox="1"/>
            <p:nvPr/>
          </p:nvSpPr>
          <p:spPr>
            <a:xfrm>
              <a:off x="112545" y="18284"/>
              <a:ext cx="1681849" cy="7078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39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rPr lang="zh-TW" altLang="en-US" sz="4000" dirty="0"/>
                <a:t>{{NAME13}}</a:t>
              </a:r>
              <a:endParaRPr lang="en-US" altLang="zh-TW" dirty="0"/>
            </a:p>
          </p:txBody>
        </p:sp>
      </p:grpSp>
      <p:grpSp>
        <p:nvGrpSpPr>
          <p:cNvPr id="45" name="矩形: 圓角 26">
            <a:extLst>
              <a:ext uri="{FF2B5EF4-FFF2-40B4-BE49-F238E27FC236}">
                <a16:creationId xmlns:a16="http://schemas.microsoft.com/office/drawing/2014/main" xmlns="" id="{5FCE554C-55C4-EE72-314A-F6C023034063}"/>
              </a:ext>
            </a:extLst>
          </p:cNvPr>
          <p:cNvGrpSpPr/>
          <p:nvPr/>
        </p:nvGrpSpPr>
        <p:grpSpPr>
          <a:xfrm>
            <a:off x="3812665" y="4806993"/>
            <a:ext cx="2414601" cy="963977"/>
            <a:chOff x="0" y="0"/>
            <a:chExt cx="2414599" cy="963975"/>
          </a:xfrm>
        </p:grpSpPr>
        <p:sp>
          <p:nvSpPr>
            <p:cNvPr id="46" name="圓角矩形">
              <a:extLst>
                <a:ext uri="{FF2B5EF4-FFF2-40B4-BE49-F238E27FC236}">
                  <a16:creationId xmlns:a16="http://schemas.microsoft.com/office/drawing/2014/main" xmlns="" id="{E1F597C1-F40E-8D03-4BD1-943D2E892BC9}"/>
                </a:ext>
              </a:extLst>
            </p:cNvPr>
            <p:cNvSpPr/>
            <p:nvPr/>
          </p:nvSpPr>
          <p:spPr>
            <a:xfrm>
              <a:off x="-1" y="-1"/>
              <a:ext cx="2414600" cy="963976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47" name="需要引薦">
              <a:extLst>
                <a:ext uri="{FF2B5EF4-FFF2-40B4-BE49-F238E27FC236}">
                  <a16:creationId xmlns:a16="http://schemas.microsoft.com/office/drawing/2014/main" xmlns="" id="{E8B5C587-E8C0-EECB-99D3-8617816B1FF0}"/>
                </a:ext>
              </a:extLst>
            </p:cNvPr>
            <p:cNvSpPr txBox="1"/>
            <p:nvPr/>
          </p:nvSpPr>
          <p:spPr>
            <a:xfrm>
              <a:off x="88386" y="226712"/>
              <a:ext cx="2237825" cy="510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引薦人</a:t>
              </a:r>
            </a:p>
          </p:txBody>
        </p:sp>
      </p:grpSp>
      <p:sp>
        <p:nvSpPr>
          <p:cNvPr id="48" name="直線單箭頭接點 29">
            <a:extLst>
              <a:ext uri="{FF2B5EF4-FFF2-40B4-BE49-F238E27FC236}">
                <a16:creationId xmlns:a16="http://schemas.microsoft.com/office/drawing/2014/main" xmlns="" id="{F0E96812-3620-8D16-72ED-F2977DE4A1EF}"/>
              </a:ext>
            </a:extLst>
          </p:cNvPr>
          <p:cNvSpPr/>
          <p:nvPr/>
        </p:nvSpPr>
        <p:spPr>
          <a:xfrm>
            <a:off x="6072449" y="5647117"/>
            <a:ext cx="5486911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9" name="文字方塊 1">
            <a:extLst>
              <a:ext uri="{FF2B5EF4-FFF2-40B4-BE49-F238E27FC236}">
                <a16:creationId xmlns:a16="http://schemas.microsoft.com/office/drawing/2014/main" xmlns="" id="{745AD719-865E-C14C-C28F-A1313298D68A}"/>
              </a:ext>
            </a:extLst>
          </p:cNvPr>
          <p:cNvSpPr txBox="1"/>
          <p:nvPr/>
        </p:nvSpPr>
        <p:spPr>
          <a:xfrm>
            <a:off x="6401439" y="4930100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rPr lang="zh-TW" altLang="en-US" sz="2800" dirty="0"/>
              <a:t>{{INVITER13}}</a:t>
            </a:r>
            <a:endParaRPr lang="zh-TW" altLang="en-US" sz="2800" dirty="0"/>
          </a:p>
        </p:txBody>
      </p:sp>
      <p:grpSp>
        <p:nvGrpSpPr>
          <p:cNvPr id="51" name="群組 25">
            <a:extLst>
              <a:ext uri="{FF2B5EF4-FFF2-40B4-BE49-F238E27FC236}">
                <a16:creationId xmlns:a16="http://schemas.microsoft.com/office/drawing/2014/main" xmlns="" id="{1A7F0755-2ADD-2AB0-9B2C-2F3507CBA336}"/>
              </a:ext>
            </a:extLst>
          </p:cNvPr>
          <p:cNvGrpSpPr/>
          <p:nvPr/>
        </p:nvGrpSpPr>
        <p:grpSpPr>
          <a:xfrm>
            <a:off x="786585" y="178907"/>
            <a:ext cx="10404389" cy="1535422"/>
            <a:chOff x="-2" y="-1"/>
            <a:chExt cx="10404387" cy="1535420"/>
          </a:xfrm>
        </p:grpSpPr>
        <p:sp>
          <p:nvSpPr>
            <p:cNvPr id="52" name="平行四邊形 26">
              <a:extLst>
                <a:ext uri="{FF2B5EF4-FFF2-40B4-BE49-F238E27FC236}">
                  <a16:creationId xmlns:a16="http://schemas.microsoft.com/office/drawing/2014/main" xmlns="" id="{16C039E2-863E-5043-2DB9-AD7E0642FFBF}"/>
                </a:ext>
              </a:extLst>
            </p:cNvPr>
            <p:cNvSpPr/>
            <p:nvPr/>
          </p:nvSpPr>
          <p:spPr>
            <a:xfrm>
              <a:off x="479877" y="191883"/>
              <a:ext cx="9358943" cy="134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775" y="0"/>
                  </a:lnTo>
                  <a:lnTo>
                    <a:pt x="21600" y="0"/>
                  </a:lnTo>
                  <a:lnTo>
                    <a:pt x="20825" y="21600"/>
                  </a:lnTo>
                  <a:close/>
                </a:path>
              </a:pathLst>
            </a:custGeom>
            <a:solidFill>
              <a:srgbClr val="C7C7C7"/>
            </a:solidFill>
            <a:ln w="12700" cap="flat">
              <a:noFill/>
              <a:miter lim="400000"/>
            </a:ln>
            <a:effectLst>
              <a:outerShdw blurRad="76200" dist="37674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19318">
                <a:defRPr sz="24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pPr>
              <a:endParaRPr/>
            </a:p>
          </p:txBody>
        </p:sp>
        <p:sp>
          <p:nvSpPr>
            <p:cNvPr id="53" name="平行四邊形 27">
              <a:extLst>
                <a:ext uri="{FF2B5EF4-FFF2-40B4-BE49-F238E27FC236}">
                  <a16:creationId xmlns:a16="http://schemas.microsoft.com/office/drawing/2014/main" xmlns="" id="{8F0D1D4E-E2AF-B19C-4ECC-4F75921D8D2E}"/>
                </a:ext>
              </a:extLst>
            </p:cNvPr>
            <p:cNvSpPr/>
            <p:nvPr/>
          </p:nvSpPr>
          <p:spPr>
            <a:xfrm>
              <a:off x="-2" y="-1"/>
              <a:ext cx="9024141" cy="134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804" y="0"/>
                  </a:lnTo>
                  <a:lnTo>
                    <a:pt x="21600" y="0"/>
                  </a:lnTo>
                  <a:lnTo>
                    <a:pt x="20796" y="21600"/>
                  </a:lnTo>
                  <a:close/>
                </a:path>
              </a:pathLst>
            </a:custGeom>
            <a:solidFill>
              <a:srgbClr val="CF2031"/>
            </a:solidFill>
            <a:ln w="19050" cap="flat">
              <a:solidFill>
                <a:srgbClr val="CF2031"/>
              </a:solidFill>
              <a:prstDash val="solid"/>
              <a:miter lim="800000"/>
            </a:ln>
            <a:effectLst>
              <a:outerShdw blurRad="76200" dist="37674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19318">
                <a:defRPr sz="24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pPr>
              <a:endParaRPr/>
            </a:p>
          </p:txBody>
        </p:sp>
        <p:sp>
          <p:nvSpPr>
            <p:cNvPr id="54" name="矩形 29">
              <a:extLst>
                <a:ext uri="{FF2B5EF4-FFF2-40B4-BE49-F238E27FC236}">
                  <a16:creationId xmlns:a16="http://schemas.microsoft.com/office/drawing/2014/main" xmlns="" id="{F39CA52A-F7DB-1697-D678-D81663012D45}"/>
                </a:ext>
              </a:extLst>
            </p:cNvPr>
            <p:cNvSpPr txBox="1"/>
            <p:nvPr/>
          </p:nvSpPr>
          <p:spPr>
            <a:xfrm>
              <a:off x="1119243" y="864008"/>
              <a:ext cx="6725891" cy="3312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>
              <a:lvl1pPr defTabSz="1219318">
                <a:defRPr sz="16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r>
                <a:t>WELCOME VISITORS</a:t>
              </a:r>
            </a:p>
          </p:txBody>
        </p:sp>
        <p:grpSp>
          <p:nvGrpSpPr>
            <p:cNvPr id="55" name="橢圓 30">
              <a:extLst>
                <a:ext uri="{FF2B5EF4-FFF2-40B4-BE49-F238E27FC236}">
                  <a16:creationId xmlns:a16="http://schemas.microsoft.com/office/drawing/2014/main" xmlns="" id="{6EB71EE6-6735-14B0-DA9A-EC355F55C01C}"/>
                </a:ext>
              </a:extLst>
            </p:cNvPr>
            <p:cNvGrpSpPr/>
            <p:nvPr/>
          </p:nvGrpSpPr>
          <p:grpSpPr>
            <a:xfrm>
              <a:off x="9169203" y="54000"/>
              <a:ext cx="1235182" cy="1235186"/>
              <a:chOff x="-2" y="-2"/>
              <a:chExt cx="1235181" cy="1235185"/>
            </a:xfrm>
          </p:grpSpPr>
          <p:sp>
            <p:nvSpPr>
              <p:cNvPr id="57" name="圓形">
                <a:extLst>
                  <a:ext uri="{FF2B5EF4-FFF2-40B4-BE49-F238E27FC236}">
                    <a16:creationId xmlns:a16="http://schemas.microsoft.com/office/drawing/2014/main" xmlns="" id="{DC44ACC2-811F-68B6-63B7-C25695ABCC2D}"/>
                  </a:ext>
                </a:extLst>
              </p:cNvPr>
              <p:cNvSpPr/>
              <p:nvPr/>
            </p:nvSpPr>
            <p:spPr>
              <a:xfrm>
                <a:off x="-2" y="-2"/>
                <a:ext cx="1235181" cy="1235185"/>
              </a:xfrm>
              <a:prstGeom prst="ellipse">
                <a:avLst/>
              </a:prstGeom>
              <a:solidFill>
                <a:srgbClr val="CF2031"/>
              </a:solidFill>
              <a:ln w="19050" cap="flat">
                <a:solidFill>
                  <a:srgbClr val="CF2031"/>
                </a:solidFill>
                <a:prstDash val="solid"/>
                <a:miter lim="800000"/>
              </a:ln>
              <a:effectLst>
                <a:outerShdw blurRad="76200" dist="37674" dir="2700000" rotWithShape="0">
                  <a:srgbClr val="000000">
                    <a:alpha val="40000"/>
                  </a:srgbClr>
                </a:outerShdw>
              </a:effectLst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1219318">
                  <a:defRPr sz="3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58" name="02">
                <a:extLst>
                  <a:ext uri="{FF2B5EF4-FFF2-40B4-BE49-F238E27FC236}">
                    <a16:creationId xmlns:a16="http://schemas.microsoft.com/office/drawing/2014/main" xmlns="" id="{BFB696E0-8564-5B33-0B38-FC844FD37BCA}"/>
                  </a:ext>
                </a:extLst>
              </p:cNvPr>
              <p:cNvSpPr txBox="1"/>
              <p:nvPr/>
            </p:nvSpPr>
            <p:spPr>
              <a:xfrm>
                <a:off x="235412" y="325921"/>
                <a:ext cx="764352" cy="58331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4999" tIns="44999" rIns="44999" bIns="44999" numCol="1" anchor="ctr">
                <a:spAutoFit/>
              </a:bodyPr>
              <a:lstStyle>
                <a:lvl1pPr algn="ctr" defTabSz="1219318">
                  <a:defRPr sz="3200" b="1">
                    <a:solidFill>
                      <a:srgbClr val="FFFFFF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defRPr>
                </a:lvl1pPr>
              </a:lstStyle>
              <a:p>
                <a:r>
                  <a:rPr smtClean="0"/>
                  <a:t>3</a:t>
                </a:r>
                <a:r>
                  <a:rPr lang="en-US" smtClean="0"/>
                  <a:t>1</a:t>
                </a:r>
              </a:p>
            </p:txBody>
          </p:sp>
        </p:grpSp>
        <p:sp>
          <p:nvSpPr>
            <p:cNvPr id="56" name="文字方塊 28">
              <a:extLst>
                <a:ext uri="{FF2B5EF4-FFF2-40B4-BE49-F238E27FC236}">
                  <a16:creationId xmlns:a16="http://schemas.microsoft.com/office/drawing/2014/main" xmlns="" id="{FDEB0F6B-5468-4333-0783-0B70F0A918F9}"/>
                </a:ext>
              </a:extLst>
            </p:cNvPr>
            <p:cNvSpPr txBox="1"/>
            <p:nvPr/>
          </p:nvSpPr>
          <p:spPr>
            <a:xfrm>
              <a:off x="1002962" y="96123"/>
              <a:ext cx="7034052" cy="940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>
              <a:lvl1pPr algn="just" defTabSz="1219318">
                <a:defRPr sz="48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r>
                <a:rPr dirty="0"/>
                <a:t>來賓15秒自我介紹</a:t>
              </a:r>
            </a:p>
          </p:txBody>
        </p:sp>
      </p:grpSp>
      <p:sp>
        <p:nvSpPr>
          <p:cNvPr id="50" name="文字方塊 1">
            <a:extLst>
              <a:ext uri="{FF2B5EF4-FFF2-40B4-BE49-F238E27FC236}">
                <a16:creationId xmlns:a16="http://schemas.microsoft.com/office/drawing/2014/main" xmlns="" id="{AEEAD3CC-BFC0-0C12-9D33-83DA249EE6D9}"/>
              </a:ext>
            </a:extLst>
          </p:cNvPr>
          <p:cNvSpPr txBox="1"/>
          <p:nvPr/>
        </p:nvSpPr>
        <p:spPr>
          <a:xfrm>
            <a:off x="6457086" y="4006870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endParaRPr lang="zh-TW" altLang="en-US" sz="2800" dirty="0"/>
          </a:p>
        </p:txBody>
      </p:sp>
      <p:sp>
        <p:nvSpPr>
          <p:cNvPr id="61" name="文字方塊 1">
            <a:extLst>
              <a:ext uri="{FF2B5EF4-FFF2-40B4-BE49-F238E27FC236}">
                <a16:creationId xmlns:a16="http://schemas.microsoft.com/office/drawing/2014/main" xmlns="" id="{1080D13B-346E-6AA5-BA21-6F5E163775B0}"/>
              </a:ext>
            </a:extLst>
          </p:cNvPr>
          <p:cNvSpPr txBox="1"/>
          <p:nvPr/>
        </p:nvSpPr>
        <p:spPr>
          <a:xfrm>
            <a:off x="6338379" y="2953784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r>
              <a:rPr lang="zh-TW" altLang="en-US" sz="2800" dirty="0"/>
              <a:t>{{SERVICE13}}</a:t>
            </a:r>
            <a:endParaRPr lang="zh-TW" altLang="en-US" sz="2800" dirty="0"/>
          </a:p>
        </p:txBody>
      </p:sp>
      <p:sp>
        <p:nvSpPr>
          <p:cNvPr id="3" name="文字方塊 1">
            <a:extLst>
              <a:ext uri="{FF2B5EF4-FFF2-40B4-BE49-F238E27FC236}">
                <a16:creationId xmlns:a16="http://schemas.microsoft.com/office/drawing/2014/main" xmlns="" id="{879A7CB1-DF92-1475-A893-865DBE704EAE}"/>
              </a:ext>
            </a:extLst>
          </p:cNvPr>
          <p:cNvSpPr txBox="1"/>
          <p:nvPr/>
        </p:nvSpPr>
        <p:spPr>
          <a:xfrm>
            <a:off x="6400319" y="3747445"/>
            <a:ext cx="5467425" cy="829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r>
              <a:rPr lang="zh-TW" altLang="en-US" sz="2400" dirty="0"/>
              <a:t>{{SEEKING13}}</a:t>
            </a:r>
            <a:endParaRPr lang="zh-TW" altLang="en-US" sz="2400" dirty="0"/>
          </a:p>
        </p:txBody>
      </p:sp>
      <p:sp>
        <p:nvSpPr>
          <p:cNvPr id="913" name="PhotoBox"/>
          <p:cNvSpPr/>
          <p:nvPr/>
        </p:nvSpPr>
        <p:spPr>
          <a:xfrm>
            <a:off x="936972" y="1585307"/>
            <a:ext cx="2101540" cy="3312245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A6221A"/>
            </a:solidFill>
            <a:prstDash val="dash"/>
          </a:ln>
        </p:spPr>
        <p:txBody>
          <a:bodyPr anchor="ctr"/>
          <a:lstStyle/>
          <a:p>
            <a:pPr algn="ctr"/>
            <a:r>
              <a:rPr lang="zh-TW" sz="1500">
                <a:solidFill>
                  <a:srgbClr val="7A6E5A"/>
                </a:solidFill>
              </a:rPr>
              <a:t>請貼上來賓照片</a:t>
            </a:r>
          </a:p>
          <a:p>
            <a:pPr algn="ctr"/>
            <a:r>
              <a:rPr lang="zh-TW" sz="1100">
                <a:solidFill>
                  <a:srgbClr val="7A6E5A"/>
                </a:solidFill>
              </a:rPr>
              <a:t>(下載後自行貼上)</a:t>
            </a:r>
          </a:p>
        </p:txBody>
      </p:sp>
    </p:spTree>
    <p:extLst>
      <p:ext uri="{BB962C8B-B14F-4D97-AF65-F5344CB8AC3E}">
        <p14:creationId xmlns:p14="http://schemas.microsoft.com/office/powerpoint/2010/main" val="3676949798"/>
      </p:ext>
    </p:extLst>
  </p:cSld>
  <p:clrMapOvr>
    <a:masterClrMapping/>
  </p:clrMapOvr>
</p:sld>
</file>

<file path=ppt/slides/slideG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4C9FC0D-04C7-9CDD-F82E-B9BCA948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矩形 2">
            <a:extLst>
              <a:ext uri="{FF2B5EF4-FFF2-40B4-BE49-F238E27FC236}">
                <a16:creationId xmlns:a16="http://schemas.microsoft.com/office/drawing/2014/main" xmlns="" id="{5D6DAABF-D057-E96D-98C3-C235BE9EAD8D}"/>
              </a:ext>
            </a:extLst>
          </p:cNvPr>
          <p:cNvGrpSpPr/>
          <p:nvPr/>
        </p:nvGrpSpPr>
        <p:grpSpPr>
          <a:xfrm>
            <a:off x="1771191" y="5831987"/>
            <a:ext cx="1178659" cy="383780"/>
            <a:chOff x="-1" y="0"/>
            <a:chExt cx="1178657" cy="383778"/>
          </a:xfrm>
        </p:grpSpPr>
        <p:sp>
          <p:nvSpPr>
            <p:cNvPr id="5" name="矩形">
              <a:extLst>
                <a:ext uri="{FF2B5EF4-FFF2-40B4-BE49-F238E27FC236}">
                  <a16:creationId xmlns:a16="http://schemas.microsoft.com/office/drawing/2014/main" xmlns="" id="{CBC5F700-2CB3-4CA1-6EE6-8B65700EF1F7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" name="金融投資">
              <a:extLst>
                <a:ext uri="{FF2B5EF4-FFF2-40B4-BE49-F238E27FC236}">
                  <a16:creationId xmlns:a16="http://schemas.microsoft.com/office/drawing/2014/main" xmlns="" id="{72175538-B2BE-E4E4-EFD1-C073FD90CEA9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金融投資</a:t>
              </a:r>
            </a:p>
          </p:txBody>
        </p:sp>
      </p:grpSp>
      <p:grpSp>
        <p:nvGrpSpPr>
          <p:cNvPr id="7" name="矩形 2">
            <a:extLst>
              <a:ext uri="{FF2B5EF4-FFF2-40B4-BE49-F238E27FC236}">
                <a16:creationId xmlns:a16="http://schemas.microsoft.com/office/drawing/2014/main" xmlns="" id="{783FA7C6-08B2-D9FF-2FCE-D5F94D8A267E}"/>
              </a:ext>
            </a:extLst>
          </p:cNvPr>
          <p:cNvGrpSpPr/>
          <p:nvPr/>
        </p:nvGrpSpPr>
        <p:grpSpPr>
          <a:xfrm>
            <a:off x="3017511" y="5831987"/>
            <a:ext cx="1178659" cy="383780"/>
            <a:chOff x="-1" y="0"/>
            <a:chExt cx="1178657" cy="383778"/>
          </a:xfrm>
        </p:grpSpPr>
        <p:sp>
          <p:nvSpPr>
            <p:cNvPr id="8" name="矩形">
              <a:extLst>
                <a:ext uri="{FF2B5EF4-FFF2-40B4-BE49-F238E27FC236}">
                  <a16:creationId xmlns:a16="http://schemas.microsoft.com/office/drawing/2014/main" xmlns="" id="{737BE9B1-C068-8950-4AAE-8AB5380957B8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" name="品牌推廣">
              <a:extLst>
                <a:ext uri="{FF2B5EF4-FFF2-40B4-BE49-F238E27FC236}">
                  <a16:creationId xmlns:a16="http://schemas.microsoft.com/office/drawing/2014/main" xmlns="" id="{4F1669A1-5291-9DEC-1BE9-D1BB03174833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品牌推廣</a:t>
              </a:r>
            </a:p>
          </p:txBody>
        </p:sp>
      </p:grpSp>
      <p:grpSp>
        <p:nvGrpSpPr>
          <p:cNvPr id="10" name="矩形 2">
            <a:extLst>
              <a:ext uri="{FF2B5EF4-FFF2-40B4-BE49-F238E27FC236}">
                <a16:creationId xmlns:a16="http://schemas.microsoft.com/office/drawing/2014/main" xmlns="" id="{7FAF0CBB-E577-255F-C8AA-C2D59E1813CD}"/>
              </a:ext>
            </a:extLst>
          </p:cNvPr>
          <p:cNvGrpSpPr/>
          <p:nvPr/>
        </p:nvGrpSpPr>
        <p:grpSpPr>
          <a:xfrm>
            <a:off x="4254469" y="5831987"/>
            <a:ext cx="1178659" cy="383780"/>
            <a:chOff x="-1" y="0"/>
            <a:chExt cx="1178657" cy="383778"/>
          </a:xfrm>
        </p:grpSpPr>
        <p:sp>
          <p:nvSpPr>
            <p:cNvPr id="11" name="矩形">
              <a:extLst>
                <a:ext uri="{FF2B5EF4-FFF2-40B4-BE49-F238E27FC236}">
                  <a16:creationId xmlns:a16="http://schemas.microsoft.com/office/drawing/2014/main" xmlns="" id="{2C0E2AA6-3245-4DB6-A9E9-C968D2A7D580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2" name="商業服務">
              <a:extLst>
                <a:ext uri="{FF2B5EF4-FFF2-40B4-BE49-F238E27FC236}">
                  <a16:creationId xmlns:a16="http://schemas.microsoft.com/office/drawing/2014/main" xmlns="" id="{A10E25BF-C5DF-E231-42AC-12B9467FB38D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商業服務</a:t>
              </a:r>
            </a:p>
          </p:txBody>
        </p:sp>
      </p:grpSp>
      <p:grpSp>
        <p:nvGrpSpPr>
          <p:cNvPr id="13" name="矩形 2">
            <a:extLst>
              <a:ext uri="{FF2B5EF4-FFF2-40B4-BE49-F238E27FC236}">
                <a16:creationId xmlns:a16="http://schemas.microsoft.com/office/drawing/2014/main" xmlns="" id="{642D1255-5A24-91AA-33D6-7DCA2C8AA973}"/>
              </a:ext>
            </a:extLst>
          </p:cNvPr>
          <p:cNvGrpSpPr/>
          <p:nvPr/>
        </p:nvGrpSpPr>
        <p:grpSpPr>
          <a:xfrm>
            <a:off x="5491428" y="5831987"/>
            <a:ext cx="1178656" cy="383780"/>
            <a:chOff x="-1" y="0"/>
            <a:chExt cx="1178654" cy="383778"/>
          </a:xfrm>
        </p:grpSpPr>
        <p:sp>
          <p:nvSpPr>
            <p:cNvPr id="14" name="矩形">
              <a:extLst>
                <a:ext uri="{FF2B5EF4-FFF2-40B4-BE49-F238E27FC236}">
                  <a16:creationId xmlns:a16="http://schemas.microsoft.com/office/drawing/2014/main" xmlns="" id="{9D12C0D3-B366-1864-B7C7-05C6882668F5}"/>
                </a:ext>
              </a:extLst>
            </p:cNvPr>
            <p:cNvSpPr/>
            <p:nvPr/>
          </p:nvSpPr>
          <p:spPr>
            <a:xfrm>
              <a:off x="-2" y="-1"/>
              <a:ext cx="1178656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" name="醫療健康">
              <a:extLst>
                <a:ext uri="{FF2B5EF4-FFF2-40B4-BE49-F238E27FC236}">
                  <a16:creationId xmlns:a16="http://schemas.microsoft.com/office/drawing/2014/main" xmlns="" id="{F5CF93FC-3C84-1AA2-C15D-7A10D1878C5B}"/>
                </a:ext>
              </a:extLst>
            </p:cNvPr>
            <p:cNvSpPr txBox="1"/>
            <p:nvPr/>
          </p:nvSpPr>
          <p:spPr>
            <a:xfrm>
              <a:off x="54526" y="7185"/>
              <a:ext cx="1069601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醫療健康</a:t>
              </a:r>
            </a:p>
          </p:txBody>
        </p:sp>
      </p:grpSp>
      <p:grpSp>
        <p:nvGrpSpPr>
          <p:cNvPr id="16" name="矩形 2">
            <a:extLst>
              <a:ext uri="{FF2B5EF4-FFF2-40B4-BE49-F238E27FC236}">
                <a16:creationId xmlns:a16="http://schemas.microsoft.com/office/drawing/2014/main" xmlns="" id="{E36532E3-06CB-6256-CEAE-03233547F4FB}"/>
              </a:ext>
            </a:extLst>
          </p:cNvPr>
          <p:cNvGrpSpPr/>
          <p:nvPr/>
        </p:nvGrpSpPr>
        <p:grpSpPr>
          <a:xfrm>
            <a:off x="6728750" y="5831987"/>
            <a:ext cx="1178659" cy="383780"/>
            <a:chOff x="-1" y="0"/>
            <a:chExt cx="1178657" cy="383778"/>
          </a:xfrm>
        </p:grpSpPr>
        <p:sp>
          <p:nvSpPr>
            <p:cNvPr id="17" name="矩形">
              <a:extLst>
                <a:ext uri="{FF2B5EF4-FFF2-40B4-BE49-F238E27FC236}">
                  <a16:creationId xmlns:a16="http://schemas.microsoft.com/office/drawing/2014/main" xmlns="" id="{2AC36A8F-B16F-8E8C-0EDC-1AFEA896E0D9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8" name="食品餐飲">
              <a:extLst>
                <a:ext uri="{FF2B5EF4-FFF2-40B4-BE49-F238E27FC236}">
                  <a16:creationId xmlns:a16="http://schemas.microsoft.com/office/drawing/2014/main" xmlns="" id="{DF4543CD-11F2-22CE-1A53-24DBE70CDE10}"/>
                </a:ext>
              </a:extLst>
            </p:cNvPr>
            <p:cNvSpPr txBox="1"/>
            <p:nvPr/>
          </p:nvSpPr>
          <p:spPr>
            <a:xfrm>
              <a:off x="54528" y="7185"/>
              <a:ext cx="1069603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食品餐飲</a:t>
              </a:r>
            </a:p>
          </p:txBody>
        </p:sp>
      </p:grpSp>
      <p:grpSp>
        <p:nvGrpSpPr>
          <p:cNvPr id="19" name="矩形 2">
            <a:extLst>
              <a:ext uri="{FF2B5EF4-FFF2-40B4-BE49-F238E27FC236}">
                <a16:creationId xmlns:a16="http://schemas.microsoft.com/office/drawing/2014/main" xmlns="" id="{D1AC1ED6-DA3D-795A-B487-485A1CFCE0F1}"/>
              </a:ext>
            </a:extLst>
          </p:cNvPr>
          <p:cNvGrpSpPr/>
          <p:nvPr/>
        </p:nvGrpSpPr>
        <p:grpSpPr>
          <a:xfrm>
            <a:off x="7965711" y="5831987"/>
            <a:ext cx="1178659" cy="383780"/>
            <a:chOff x="-1" y="0"/>
            <a:chExt cx="1178657" cy="383778"/>
          </a:xfrm>
        </p:grpSpPr>
        <p:sp>
          <p:nvSpPr>
            <p:cNvPr id="20" name="矩形">
              <a:extLst>
                <a:ext uri="{FF2B5EF4-FFF2-40B4-BE49-F238E27FC236}">
                  <a16:creationId xmlns:a16="http://schemas.microsoft.com/office/drawing/2014/main" xmlns="" id="{374F9E01-9666-70B5-1726-22E3F7A3F79D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1" name="時尚生活">
              <a:extLst>
                <a:ext uri="{FF2B5EF4-FFF2-40B4-BE49-F238E27FC236}">
                  <a16:creationId xmlns:a16="http://schemas.microsoft.com/office/drawing/2014/main" xmlns="" id="{14475685-DEB0-11B7-4666-781CD69C5AAA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時尚生活</a:t>
              </a:r>
            </a:p>
          </p:txBody>
        </p:sp>
      </p:grpSp>
      <p:grpSp>
        <p:nvGrpSpPr>
          <p:cNvPr id="22" name="矩形 2">
            <a:extLst>
              <a:ext uri="{FF2B5EF4-FFF2-40B4-BE49-F238E27FC236}">
                <a16:creationId xmlns:a16="http://schemas.microsoft.com/office/drawing/2014/main" xmlns="" id="{D57A40FB-9FD5-AF5C-B247-9D45094F0ACC}"/>
              </a:ext>
            </a:extLst>
          </p:cNvPr>
          <p:cNvGrpSpPr/>
          <p:nvPr/>
        </p:nvGrpSpPr>
        <p:grpSpPr>
          <a:xfrm>
            <a:off x="9203030" y="5831987"/>
            <a:ext cx="1456576" cy="383780"/>
            <a:chOff x="0" y="0"/>
            <a:chExt cx="1456574" cy="383778"/>
          </a:xfrm>
        </p:grpSpPr>
        <p:sp>
          <p:nvSpPr>
            <p:cNvPr id="23" name="矩形">
              <a:extLst>
                <a:ext uri="{FF2B5EF4-FFF2-40B4-BE49-F238E27FC236}">
                  <a16:creationId xmlns:a16="http://schemas.microsoft.com/office/drawing/2014/main" xmlns="" id="{D5FDBC8C-7C5A-7DCD-F277-4A74DC67413C}"/>
                </a:ext>
              </a:extLst>
            </p:cNvPr>
            <p:cNvSpPr/>
            <p:nvPr/>
          </p:nvSpPr>
          <p:spPr>
            <a:xfrm>
              <a:off x="-1" y="-1"/>
              <a:ext cx="1456575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4" name="商品規劃包裝">
              <a:extLst>
                <a:ext uri="{FF2B5EF4-FFF2-40B4-BE49-F238E27FC236}">
                  <a16:creationId xmlns:a16="http://schemas.microsoft.com/office/drawing/2014/main" xmlns="" id="{69932356-4EBD-8211-99F8-1862A49945BF}"/>
                </a:ext>
              </a:extLst>
            </p:cNvPr>
            <p:cNvSpPr txBox="1"/>
            <p:nvPr/>
          </p:nvSpPr>
          <p:spPr>
            <a:xfrm>
              <a:off x="54525" y="7185"/>
              <a:ext cx="1347524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商品規劃包裝</a:t>
              </a:r>
            </a:p>
          </p:txBody>
        </p:sp>
      </p:grpSp>
      <p:grpSp>
        <p:nvGrpSpPr>
          <p:cNvPr id="25" name="矩形 2">
            <a:extLst>
              <a:ext uri="{FF2B5EF4-FFF2-40B4-BE49-F238E27FC236}">
                <a16:creationId xmlns:a16="http://schemas.microsoft.com/office/drawing/2014/main" xmlns="" id="{86D65167-FCDD-6DA3-150E-9B2E76978415}"/>
              </a:ext>
            </a:extLst>
          </p:cNvPr>
          <p:cNvGrpSpPr/>
          <p:nvPr/>
        </p:nvGrpSpPr>
        <p:grpSpPr>
          <a:xfrm>
            <a:off x="10708909" y="5831987"/>
            <a:ext cx="1384577" cy="383780"/>
            <a:chOff x="-1" y="0"/>
            <a:chExt cx="1384576" cy="383778"/>
          </a:xfrm>
        </p:grpSpPr>
        <p:sp>
          <p:nvSpPr>
            <p:cNvPr id="26" name="矩形">
              <a:extLst>
                <a:ext uri="{FF2B5EF4-FFF2-40B4-BE49-F238E27FC236}">
                  <a16:creationId xmlns:a16="http://schemas.microsoft.com/office/drawing/2014/main" xmlns="" id="{17F8C02D-C443-33B9-8F9D-9CBE3C9CFCA0}"/>
                </a:ext>
              </a:extLst>
            </p:cNvPr>
            <p:cNvSpPr/>
            <p:nvPr/>
          </p:nvSpPr>
          <p:spPr>
            <a:xfrm>
              <a:off x="-2" y="-1"/>
              <a:ext cx="1384577" cy="383780"/>
            </a:xfrm>
            <a:prstGeom prst="rect">
              <a:avLst/>
            </a:prstGeom>
            <a:solidFill>
              <a:srgbClr val="00B05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7" name="參訪來賓">
              <a:extLst>
                <a:ext uri="{FF2B5EF4-FFF2-40B4-BE49-F238E27FC236}">
                  <a16:creationId xmlns:a16="http://schemas.microsoft.com/office/drawing/2014/main" xmlns="" id="{AE141260-B956-1BD4-55F8-93AE6D1B1222}"/>
                </a:ext>
              </a:extLst>
            </p:cNvPr>
            <p:cNvSpPr txBox="1"/>
            <p:nvPr/>
          </p:nvSpPr>
          <p:spPr>
            <a:xfrm>
              <a:off x="45002" y="7185"/>
              <a:ext cx="1294575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參訪來賓</a:t>
              </a:r>
            </a:p>
          </p:txBody>
        </p:sp>
      </p:grpSp>
      <p:grpSp>
        <p:nvGrpSpPr>
          <p:cNvPr id="28" name="矩形: 圓角 19">
            <a:extLst>
              <a:ext uri="{FF2B5EF4-FFF2-40B4-BE49-F238E27FC236}">
                <a16:creationId xmlns:a16="http://schemas.microsoft.com/office/drawing/2014/main" xmlns="" id="{80EC3EEC-320C-48F5-19EA-EDFBFD775664}"/>
              </a:ext>
            </a:extLst>
          </p:cNvPr>
          <p:cNvGrpSpPr/>
          <p:nvPr/>
        </p:nvGrpSpPr>
        <p:grpSpPr>
          <a:xfrm>
            <a:off x="3773055" y="1822260"/>
            <a:ext cx="2431568" cy="970750"/>
            <a:chOff x="0" y="0"/>
            <a:chExt cx="2431566" cy="970748"/>
          </a:xfrm>
        </p:grpSpPr>
        <p:sp>
          <p:nvSpPr>
            <p:cNvPr id="29" name="圓角矩形">
              <a:extLst>
                <a:ext uri="{FF2B5EF4-FFF2-40B4-BE49-F238E27FC236}">
                  <a16:creationId xmlns:a16="http://schemas.microsoft.com/office/drawing/2014/main" xmlns="" id="{3A345DC8-D17A-6BB1-00B0-5F7F5785ABFD}"/>
                </a:ext>
              </a:extLst>
            </p:cNvPr>
            <p:cNvSpPr/>
            <p:nvPr/>
          </p:nvSpPr>
          <p:spPr>
            <a:xfrm>
              <a:off x="-1" y="-1"/>
              <a:ext cx="2431567" cy="970749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0" name="公司名稱…">
              <a:extLst>
                <a:ext uri="{FF2B5EF4-FFF2-40B4-BE49-F238E27FC236}">
                  <a16:creationId xmlns:a16="http://schemas.microsoft.com/office/drawing/2014/main" xmlns="" id="{640E4531-6A68-617A-5143-02C5B623F5CF}"/>
                </a:ext>
              </a:extLst>
            </p:cNvPr>
            <p:cNvSpPr txBox="1"/>
            <p:nvPr/>
          </p:nvSpPr>
          <p:spPr>
            <a:xfrm>
              <a:off x="88351" y="59369"/>
              <a:ext cx="2254860" cy="8519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r>
                <a:rPr dirty="0" err="1"/>
                <a:t>公司名稱</a:t>
              </a:r>
              <a:endParaRPr dirty="0"/>
            </a:p>
            <a:p>
              <a: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r>
                <a:rPr dirty="0" err="1"/>
                <a:t>職務名稱</a:t>
              </a:r>
              <a:endParaRPr dirty="0"/>
            </a:p>
          </p:txBody>
        </p:sp>
      </p:grpSp>
      <p:grpSp>
        <p:nvGrpSpPr>
          <p:cNvPr id="31" name="矩形: 圓角 25">
            <a:extLst>
              <a:ext uri="{FF2B5EF4-FFF2-40B4-BE49-F238E27FC236}">
                <a16:creationId xmlns:a16="http://schemas.microsoft.com/office/drawing/2014/main" xmlns="" id="{DE62D0C2-76AA-F83C-C1F7-A1497EF6171F}"/>
              </a:ext>
            </a:extLst>
          </p:cNvPr>
          <p:cNvGrpSpPr/>
          <p:nvPr/>
        </p:nvGrpSpPr>
        <p:grpSpPr>
          <a:xfrm>
            <a:off x="3782098" y="2818471"/>
            <a:ext cx="2413481" cy="963529"/>
            <a:chOff x="0" y="-1"/>
            <a:chExt cx="2413480" cy="963528"/>
          </a:xfrm>
        </p:grpSpPr>
        <p:sp>
          <p:nvSpPr>
            <p:cNvPr id="32" name="圓角矩形">
              <a:extLst>
                <a:ext uri="{FF2B5EF4-FFF2-40B4-BE49-F238E27FC236}">
                  <a16:creationId xmlns:a16="http://schemas.microsoft.com/office/drawing/2014/main" xmlns="" id="{33F9D984-0491-C7AE-94B6-008944DB26A6}"/>
                </a:ext>
              </a:extLst>
            </p:cNvPr>
            <p:cNvSpPr/>
            <p:nvPr/>
          </p:nvSpPr>
          <p:spPr>
            <a:xfrm>
              <a:off x="-1" y="-2"/>
              <a:ext cx="2413481" cy="963530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3" name="服務項目">
              <a:extLst>
                <a:ext uri="{FF2B5EF4-FFF2-40B4-BE49-F238E27FC236}">
                  <a16:creationId xmlns:a16="http://schemas.microsoft.com/office/drawing/2014/main" xmlns="" id="{51876C5B-1C19-2987-7D9A-D2B2E9C25AED}"/>
                </a:ext>
              </a:extLst>
            </p:cNvPr>
            <p:cNvSpPr txBox="1"/>
            <p:nvPr/>
          </p:nvSpPr>
          <p:spPr>
            <a:xfrm>
              <a:off x="88345" y="245538"/>
              <a:ext cx="2236788" cy="472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服務項目</a:t>
              </a:r>
            </a:p>
          </p:txBody>
        </p:sp>
      </p:grpSp>
      <p:grpSp>
        <p:nvGrpSpPr>
          <p:cNvPr id="34" name="矩形: 圓角 26">
            <a:extLst>
              <a:ext uri="{FF2B5EF4-FFF2-40B4-BE49-F238E27FC236}">
                <a16:creationId xmlns:a16="http://schemas.microsoft.com/office/drawing/2014/main" xmlns="" id="{D73FE79E-F307-118F-A738-2A317BB9BD45}"/>
              </a:ext>
            </a:extLst>
          </p:cNvPr>
          <p:cNvGrpSpPr/>
          <p:nvPr/>
        </p:nvGrpSpPr>
        <p:grpSpPr>
          <a:xfrm>
            <a:off x="3812665" y="3815705"/>
            <a:ext cx="2413481" cy="963530"/>
            <a:chOff x="-1" y="-1"/>
            <a:chExt cx="2413480" cy="963528"/>
          </a:xfrm>
        </p:grpSpPr>
        <p:sp>
          <p:nvSpPr>
            <p:cNvPr id="35" name="圓角矩形">
              <a:extLst>
                <a:ext uri="{FF2B5EF4-FFF2-40B4-BE49-F238E27FC236}">
                  <a16:creationId xmlns:a16="http://schemas.microsoft.com/office/drawing/2014/main" xmlns="" id="{89803A57-7F08-979B-D3F4-4D030A083EBE}"/>
                </a:ext>
              </a:extLst>
            </p:cNvPr>
            <p:cNvSpPr/>
            <p:nvPr/>
          </p:nvSpPr>
          <p:spPr>
            <a:xfrm>
              <a:off x="-2" y="-2"/>
              <a:ext cx="2413482" cy="963530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6" name="需要引薦">
              <a:extLst>
                <a:ext uri="{FF2B5EF4-FFF2-40B4-BE49-F238E27FC236}">
                  <a16:creationId xmlns:a16="http://schemas.microsoft.com/office/drawing/2014/main" xmlns="" id="{3541D158-AB5C-C676-2D18-E5CA5F36210E}"/>
                </a:ext>
              </a:extLst>
            </p:cNvPr>
            <p:cNvSpPr txBox="1"/>
            <p:nvPr/>
          </p:nvSpPr>
          <p:spPr>
            <a:xfrm>
              <a:off x="88345" y="226489"/>
              <a:ext cx="2236786" cy="510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需要引薦</a:t>
              </a:r>
            </a:p>
          </p:txBody>
        </p:sp>
      </p:grpSp>
      <p:sp>
        <p:nvSpPr>
          <p:cNvPr id="37" name="直線單箭頭接點 29">
            <a:extLst>
              <a:ext uri="{FF2B5EF4-FFF2-40B4-BE49-F238E27FC236}">
                <a16:creationId xmlns:a16="http://schemas.microsoft.com/office/drawing/2014/main" xmlns="" id="{07C57310-FFF6-C651-5D94-70282D6C3896}"/>
              </a:ext>
            </a:extLst>
          </p:cNvPr>
          <p:cNvSpPr/>
          <p:nvPr/>
        </p:nvSpPr>
        <p:spPr>
          <a:xfrm>
            <a:off x="5976798" y="4770054"/>
            <a:ext cx="5486911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8" name="文字方塊 1">
            <a:extLst>
              <a:ext uri="{FF2B5EF4-FFF2-40B4-BE49-F238E27FC236}">
                <a16:creationId xmlns:a16="http://schemas.microsoft.com/office/drawing/2014/main" xmlns="" id="{887A8847-F8A4-EF01-BF17-C95818EA43C6}"/>
              </a:ext>
            </a:extLst>
          </p:cNvPr>
          <p:cNvSpPr txBox="1"/>
          <p:nvPr/>
        </p:nvSpPr>
        <p:spPr>
          <a:xfrm>
            <a:off x="6281783" y="1993953"/>
            <a:ext cx="5658163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28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rPr lang="zh-TW" altLang="en-US" dirty="0"/>
              <a:t>{{CT14}}</a:t>
            </a:r>
            <a:endParaRPr dirty="0"/>
          </a:p>
        </p:txBody>
      </p:sp>
      <p:sp>
        <p:nvSpPr>
          <p:cNvPr id="39" name="文字方塊 1">
            <a:extLst>
              <a:ext uri="{FF2B5EF4-FFF2-40B4-BE49-F238E27FC236}">
                <a16:creationId xmlns:a16="http://schemas.microsoft.com/office/drawing/2014/main" xmlns="" id="{C159DF6A-F09F-E92B-F80F-BD57032004B2}"/>
              </a:ext>
            </a:extLst>
          </p:cNvPr>
          <p:cNvSpPr txBox="1"/>
          <p:nvPr/>
        </p:nvSpPr>
        <p:spPr>
          <a:xfrm>
            <a:off x="6123439" y="3754389"/>
            <a:ext cx="6137395" cy="460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>
            <a:lvl1pPr defTabSz="1219318">
              <a:defRPr sz="24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endParaRPr lang="zh-TW" altLang="en-US" dirty="0"/>
          </a:p>
        </p:txBody>
      </p:sp>
      <p:sp>
        <p:nvSpPr>
          <p:cNvPr id="40" name="直線單箭頭接點 29">
            <a:extLst>
              <a:ext uri="{FF2B5EF4-FFF2-40B4-BE49-F238E27FC236}">
                <a16:creationId xmlns:a16="http://schemas.microsoft.com/office/drawing/2014/main" xmlns="" id="{FD581968-7466-9E82-1A34-FB54CA1DE996}"/>
              </a:ext>
            </a:extLst>
          </p:cNvPr>
          <p:cNvSpPr/>
          <p:nvPr/>
        </p:nvSpPr>
        <p:spPr>
          <a:xfrm>
            <a:off x="5811585" y="3739640"/>
            <a:ext cx="5486910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1" name="直線單箭頭接點 29">
            <a:extLst>
              <a:ext uri="{FF2B5EF4-FFF2-40B4-BE49-F238E27FC236}">
                <a16:creationId xmlns:a16="http://schemas.microsoft.com/office/drawing/2014/main" xmlns="" id="{3215EE6C-AB6B-F464-7BB7-3378156EE67E}"/>
              </a:ext>
            </a:extLst>
          </p:cNvPr>
          <p:cNvSpPr/>
          <p:nvPr/>
        </p:nvSpPr>
        <p:spPr>
          <a:xfrm>
            <a:off x="5701296" y="2715420"/>
            <a:ext cx="5486910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grpSp>
        <p:nvGrpSpPr>
          <p:cNvPr id="42" name="矩形: 圆角 10">
            <a:extLst>
              <a:ext uri="{FF2B5EF4-FFF2-40B4-BE49-F238E27FC236}">
                <a16:creationId xmlns:a16="http://schemas.microsoft.com/office/drawing/2014/main" xmlns="" id="{F5BEFD9A-27E7-E95C-2FFC-8706CAEA0A23}"/>
              </a:ext>
            </a:extLst>
          </p:cNvPr>
          <p:cNvGrpSpPr/>
          <p:nvPr/>
        </p:nvGrpSpPr>
        <p:grpSpPr>
          <a:xfrm>
            <a:off x="1034272" y="4946209"/>
            <a:ext cx="1906943" cy="746741"/>
            <a:chOff x="0" y="15261"/>
            <a:chExt cx="1906941" cy="746739"/>
          </a:xfrm>
        </p:grpSpPr>
        <p:sp>
          <p:nvSpPr>
            <p:cNvPr id="43" name="圓角矩形">
              <a:extLst>
                <a:ext uri="{FF2B5EF4-FFF2-40B4-BE49-F238E27FC236}">
                  <a16:creationId xmlns:a16="http://schemas.microsoft.com/office/drawing/2014/main" xmlns="" id="{9DBFD8BE-FD0B-A5F9-2B4D-E422CBBA673C}"/>
                </a:ext>
              </a:extLst>
            </p:cNvPr>
            <p:cNvSpPr/>
            <p:nvPr/>
          </p:nvSpPr>
          <p:spPr>
            <a:xfrm>
              <a:off x="0" y="15261"/>
              <a:ext cx="1906941" cy="746739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8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44" name="葉芯寧">
              <a:extLst>
                <a:ext uri="{FF2B5EF4-FFF2-40B4-BE49-F238E27FC236}">
                  <a16:creationId xmlns:a16="http://schemas.microsoft.com/office/drawing/2014/main" xmlns="" id="{8265EFF4-6D12-1913-114A-E3EC7358C154}"/>
                </a:ext>
              </a:extLst>
            </p:cNvPr>
            <p:cNvSpPr txBox="1"/>
            <p:nvPr/>
          </p:nvSpPr>
          <p:spPr>
            <a:xfrm>
              <a:off x="112545" y="18284"/>
              <a:ext cx="1681849" cy="7078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39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rPr lang="zh-TW" altLang="en-US" sz="4000" dirty="0"/>
                <a:t>{{NAME14}}</a:t>
              </a:r>
              <a:endParaRPr lang="en-US" altLang="zh-TW" dirty="0"/>
            </a:p>
          </p:txBody>
        </p:sp>
      </p:grpSp>
      <p:grpSp>
        <p:nvGrpSpPr>
          <p:cNvPr id="45" name="矩形: 圓角 26">
            <a:extLst>
              <a:ext uri="{FF2B5EF4-FFF2-40B4-BE49-F238E27FC236}">
                <a16:creationId xmlns:a16="http://schemas.microsoft.com/office/drawing/2014/main" xmlns="" id="{5FCE554C-55C4-EE72-314A-F6C023034063}"/>
              </a:ext>
            </a:extLst>
          </p:cNvPr>
          <p:cNvGrpSpPr/>
          <p:nvPr/>
        </p:nvGrpSpPr>
        <p:grpSpPr>
          <a:xfrm>
            <a:off x="3812665" y="4806993"/>
            <a:ext cx="2414601" cy="963977"/>
            <a:chOff x="0" y="0"/>
            <a:chExt cx="2414599" cy="963975"/>
          </a:xfrm>
        </p:grpSpPr>
        <p:sp>
          <p:nvSpPr>
            <p:cNvPr id="46" name="圓角矩形">
              <a:extLst>
                <a:ext uri="{FF2B5EF4-FFF2-40B4-BE49-F238E27FC236}">
                  <a16:creationId xmlns:a16="http://schemas.microsoft.com/office/drawing/2014/main" xmlns="" id="{E1F597C1-F40E-8D03-4BD1-943D2E892BC9}"/>
                </a:ext>
              </a:extLst>
            </p:cNvPr>
            <p:cNvSpPr/>
            <p:nvPr/>
          </p:nvSpPr>
          <p:spPr>
            <a:xfrm>
              <a:off x="-1" y="-1"/>
              <a:ext cx="2414600" cy="963976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47" name="需要引薦">
              <a:extLst>
                <a:ext uri="{FF2B5EF4-FFF2-40B4-BE49-F238E27FC236}">
                  <a16:creationId xmlns:a16="http://schemas.microsoft.com/office/drawing/2014/main" xmlns="" id="{E8B5C587-E8C0-EECB-99D3-8617816B1FF0}"/>
                </a:ext>
              </a:extLst>
            </p:cNvPr>
            <p:cNvSpPr txBox="1"/>
            <p:nvPr/>
          </p:nvSpPr>
          <p:spPr>
            <a:xfrm>
              <a:off x="88386" y="226712"/>
              <a:ext cx="2237825" cy="510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引薦人</a:t>
              </a:r>
            </a:p>
          </p:txBody>
        </p:sp>
      </p:grpSp>
      <p:sp>
        <p:nvSpPr>
          <p:cNvPr id="48" name="直線單箭頭接點 29">
            <a:extLst>
              <a:ext uri="{FF2B5EF4-FFF2-40B4-BE49-F238E27FC236}">
                <a16:creationId xmlns:a16="http://schemas.microsoft.com/office/drawing/2014/main" xmlns="" id="{F0E96812-3620-8D16-72ED-F2977DE4A1EF}"/>
              </a:ext>
            </a:extLst>
          </p:cNvPr>
          <p:cNvSpPr/>
          <p:nvPr/>
        </p:nvSpPr>
        <p:spPr>
          <a:xfrm>
            <a:off x="6072449" y="5647117"/>
            <a:ext cx="5486911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9" name="文字方塊 1">
            <a:extLst>
              <a:ext uri="{FF2B5EF4-FFF2-40B4-BE49-F238E27FC236}">
                <a16:creationId xmlns:a16="http://schemas.microsoft.com/office/drawing/2014/main" xmlns="" id="{745AD719-865E-C14C-C28F-A1313298D68A}"/>
              </a:ext>
            </a:extLst>
          </p:cNvPr>
          <p:cNvSpPr txBox="1"/>
          <p:nvPr/>
        </p:nvSpPr>
        <p:spPr>
          <a:xfrm>
            <a:off x="6401439" y="4930100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rPr lang="zh-TW" altLang="en-US" sz="2800" dirty="0"/>
              <a:t>{{INVITER14}}</a:t>
            </a:r>
            <a:endParaRPr lang="zh-TW" altLang="en-US" sz="2800" dirty="0"/>
          </a:p>
        </p:txBody>
      </p:sp>
      <p:grpSp>
        <p:nvGrpSpPr>
          <p:cNvPr id="51" name="群組 25">
            <a:extLst>
              <a:ext uri="{FF2B5EF4-FFF2-40B4-BE49-F238E27FC236}">
                <a16:creationId xmlns:a16="http://schemas.microsoft.com/office/drawing/2014/main" xmlns="" id="{1A7F0755-2ADD-2AB0-9B2C-2F3507CBA336}"/>
              </a:ext>
            </a:extLst>
          </p:cNvPr>
          <p:cNvGrpSpPr/>
          <p:nvPr/>
        </p:nvGrpSpPr>
        <p:grpSpPr>
          <a:xfrm>
            <a:off x="786585" y="178907"/>
            <a:ext cx="10404389" cy="1535422"/>
            <a:chOff x="-2" y="-1"/>
            <a:chExt cx="10404387" cy="1535420"/>
          </a:xfrm>
        </p:grpSpPr>
        <p:sp>
          <p:nvSpPr>
            <p:cNvPr id="52" name="平行四邊形 26">
              <a:extLst>
                <a:ext uri="{FF2B5EF4-FFF2-40B4-BE49-F238E27FC236}">
                  <a16:creationId xmlns:a16="http://schemas.microsoft.com/office/drawing/2014/main" xmlns="" id="{16C039E2-863E-5043-2DB9-AD7E0642FFBF}"/>
                </a:ext>
              </a:extLst>
            </p:cNvPr>
            <p:cNvSpPr/>
            <p:nvPr/>
          </p:nvSpPr>
          <p:spPr>
            <a:xfrm>
              <a:off x="479877" y="191883"/>
              <a:ext cx="9358943" cy="134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775" y="0"/>
                  </a:lnTo>
                  <a:lnTo>
                    <a:pt x="21600" y="0"/>
                  </a:lnTo>
                  <a:lnTo>
                    <a:pt x="20825" y="21600"/>
                  </a:lnTo>
                  <a:close/>
                </a:path>
              </a:pathLst>
            </a:custGeom>
            <a:solidFill>
              <a:srgbClr val="C7C7C7"/>
            </a:solidFill>
            <a:ln w="12700" cap="flat">
              <a:noFill/>
              <a:miter lim="400000"/>
            </a:ln>
            <a:effectLst>
              <a:outerShdw blurRad="76200" dist="37674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19318">
                <a:defRPr sz="24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pPr>
              <a:endParaRPr/>
            </a:p>
          </p:txBody>
        </p:sp>
        <p:sp>
          <p:nvSpPr>
            <p:cNvPr id="53" name="平行四邊形 27">
              <a:extLst>
                <a:ext uri="{FF2B5EF4-FFF2-40B4-BE49-F238E27FC236}">
                  <a16:creationId xmlns:a16="http://schemas.microsoft.com/office/drawing/2014/main" xmlns="" id="{8F0D1D4E-E2AF-B19C-4ECC-4F75921D8D2E}"/>
                </a:ext>
              </a:extLst>
            </p:cNvPr>
            <p:cNvSpPr/>
            <p:nvPr/>
          </p:nvSpPr>
          <p:spPr>
            <a:xfrm>
              <a:off x="-2" y="-1"/>
              <a:ext cx="9024141" cy="134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804" y="0"/>
                  </a:lnTo>
                  <a:lnTo>
                    <a:pt x="21600" y="0"/>
                  </a:lnTo>
                  <a:lnTo>
                    <a:pt x="20796" y="21600"/>
                  </a:lnTo>
                  <a:close/>
                </a:path>
              </a:pathLst>
            </a:custGeom>
            <a:solidFill>
              <a:srgbClr val="CF2031"/>
            </a:solidFill>
            <a:ln w="19050" cap="flat">
              <a:solidFill>
                <a:srgbClr val="CF2031"/>
              </a:solidFill>
              <a:prstDash val="solid"/>
              <a:miter lim="800000"/>
            </a:ln>
            <a:effectLst>
              <a:outerShdw blurRad="76200" dist="37674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19318">
                <a:defRPr sz="24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pPr>
              <a:endParaRPr/>
            </a:p>
          </p:txBody>
        </p:sp>
        <p:sp>
          <p:nvSpPr>
            <p:cNvPr id="54" name="矩形 29">
              <a:extLst>
                <a:ext uri="{FF2B5EF4-FFF2-40B4-BE49-F238E27FC236}">
                  <a16:creationId xmlns:a16="http://schemas.microsoft.com/office/drawing/2014/main" xmlns="" id="{F39CA52A-F7DB-1697-D678-D81663012D45}"/>
                </a:ext>
              </a:extLst>
            </p:cNvPr>
            <p:cNvSpPr txBox="1"/>
            <p:nvPr/>
          </p:nvSpPr>
          <p:spPr>
            <a:xfrm>
              <a:off x="1119243" y="864008"/>
              <a:ext cx="6725891" cy="3312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>
              <a:lvl1pPr defTabSz="1219318">
                <a:defRPr sz="16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r>
                <a:t>WELCOME VISITORS</a:t>
              </a:r>
            </a:p>
          </p:txBody>
        </p:sp>
        <p:grpSp>
          <p:nvGrpSpPr>
            <p:cNvPr id="55" name="橢圓 30">
              <a:extLst>
                <a:ext uri="{FF2B5EF4-FFF2-40B4-BE49-F238E27FC236}">
                  <a16:creationId xmlns:a16="http://schemas.microsoft.com/office/drawing/2014/main" xmlns="" id="{6EB71EE6-6735-14B0-DA9A-EC355F55C01C}"/>
                </a:ext>
              </a:extLst>
            </p:cNvPr>
            <p:cNvGrpSpPr/>
            <p:nvPr/>
          </p:nvGrpSpPr>
          <p:grpSpPr>
            <a:xfrm>
              <a:off x="9169203" y="54000"/>
              <a:ext cx="1235182" cy="1235186"/>
              <a:chOff x="-2" y="-2"/>
              <a:chExt cx="1235181" cy="1235185"/>
            </a:xfrm>
          </p:grpSpPr>
          <p:sp>
            <p:nvSpPr>
              <p:cNvPr id="57" name="圓形">
                <a:extLst>
                  <a:ext uri="{FF2B5EF4-FFF2-40B4-BE49-F238E27FC236}">
                    <a16:creationId xmlns:a16="http://schemas.microsoft.com/office/drawing/2014/main" xmlns="" id="{DC44ACC2-811F-68B6-63B7-C25695ABCC2D}"/>
                  </a:ext>
                </a:extLst>
              </p:cNvPr>
              <p:cNvSpPr/>
              <p:nvPr/>
            </p:nvSpPr>
            <p:spPr>
              <a:xfrm>
                <a:off x="-2" y="-2"/>
                <a:ext cx="1235181" cy="1235185"/>
              </a:xfrm>
              <a:prstGeom prst="ellipse">
                <a:avLst/>
              </a:prstGeom>
              <a:solidFill>
                <a:srgbClr val="CF2031"/>
              </a:solidFill>
              <a:ln w="19050" cap="flat">
                <a:solidFill>
                  <a:srgbClr val="CF2031"/>
                </a:solidFill>
                <a:prstDash val="solid"/>
                <a:miter lim="800000"/>
              </a:ln>
              <a:effectLst>
                <a:outerShdw blurRad="76200" dist="37674" dir="2700000" rotWithShape="0">
                  <a:srgbClr val="000000">
                    <a:alpha val="40000"/>
                  </a:srgbClr>
                </a:outerShdw>
              </a:effectLst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1219318">
                  <a:defRPr sz="3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58" name="02">
                <a:extLst>
                  <a:ext uri="{FF2B5EF4-FFF2-40B4-BE49-F238E27FC236}">
                    <a16:creationId xmlns:a16="http://schemas.microsoft.com/office/drawing/2014/main" xmlns="" id="{BFB696E0-8564-5B33-0B38-FC844FD37BCA}"/>
                  </a:ext>
                </a:extLst>
              </p:cNvPr>
              <p:cNvSpPr txBox="1"/>
              <p:nvPr/>
            </p:nvSpPr>
            <p:spPr>
              <a:xfrm>
                <a:off x="235412" y="325921"/>
                <a:ext cx="764352" cy="58331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4999" tIns="44999" rIns="44999" bIns="44999" numCol="1" anchor="ctr">
                <a:spAutoFit/>
              </a:bodyPr>
              <a:lstStyle>
                <a:lvl1pPr algn="ctr" defTabSz="1219318">
                  <a:defRPr sz="3200" b="1">
                    <a:solidFill>
                      <a:srgbClr val="FFFFFF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defRPr>
                </a:lvl1pPr>
              </a:lstStyle>
              <a:p>
                <a:r>
                  <a:rPr smtClean="0"/>
                  <a:t>4</a:t>
                </a:r>
                <a:r>
                  <a:rPr lang="en-US" smtClean="0"/>
                  <a:t>1</a:t>
                </a:r>
              </a:p>
            </p:txBody>
          </p:sp>
        </p:grpSp>
        <p:sp>
          <p:nvSpPr>
            <p:cNvPr id="56" name="文字方塊 28">
              <a:extLst>
                <a:ext uri="{FF2B5EF4-FFF2-40B4-BE49-F238E27FC236}">
                  <a16:creationId xmlns:a16="http://schemas.microsoft.com/office/drawing/2014/main" xmlns="" id="{FDEB0F6B-5468-4333-0783-0B70F0A918F9}"/>
                </a:ext>
              </a:extLst>
            </p:cNvPr>
            <p:cNvSpPr txBox="1"/>
            <p:nvPr/>
          </p:nvSpPr>
          <p:spPr>
            <a:xfrm>
              <a:off x="1002962" y="96123"/>
              <a:ext cx="7034052" cy="940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>
              <a:lvl1pPr algn="just" defTabSz="1219318">
                <a:defRPr sz="48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r>
                <a:rPr dirty="0"/>
                <a:t>來賓15秒自我介紹</a:t>
              </a:r>
            </a:p>
          </p:txBody>
        </p:sp>
      </p:grpSp>
      <p:sp>
        <p:nvSpPr>
          <p:cNvPr id="50" name="文字方塊 1">
            <a:extLst>
              <a:ext uri="{FF2B5EF4-FFF2-40B4-BE49-F238E27FC236}">
                <a16:creationId xmlns:a16="http://schemas.microsoft.com/office/drawing/2014/main" xmlns="" id="{AEEAD3CC-BFC0-0C12-9D33-83DA249EE6D9}"/>
              </a:ext>
            </a:extLst>
          </p:cNvPr>
          <p:cNvSpPr txBox="1"/>
          <p:nvPr/>
        </p:nvSpPr>
        <p:spPr>
          <a:xfrm>
            <a:off x="6457086" y="4006870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endParaRPr lang="zh-TW" altLang="en-US" sz="2800" dirty="0"/>
          </a:p>
        </p:txBody>
      </p:sp>
      <p:sp>
        <p:nvSpPr>
          <p:cNvPr id="61" name="文字方塊 1">
            <a:extLst>
              <a:ext uri="{FF2B5EF4-FFF2-40B4-BE49-F238E27FC236}">
                <a16:creationId xmlns:a16="http://schemas.microsoft.com/office/drawing/2014/main" xmlns="" id="{1080D13B-346E-6AA5-BA21-6F5E163775B0}"/>
              </a:ext>
            </a:extLst>
          </p:cNvPr>
          <p:cNvSpPr txBox="1"/>
          <p:nvPr/>
        </p:nvSpPr>
        <p:spPr>
          <a:xfrm>
            <a:off x="6338379" y="2953784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r>
              <a:rPr lang="zh-TW" altLang="en-US" sz="2800" dirty="0"/>
              <a:t>{{SERVICE14}}</a:t>
            </a:r>
            <a:endParaRPr lang="zh-TW" altLang="en-US" sz="2800" dirty="0"/>
          </a:p>
        </p:txBody>
      </p:sp>
      <p:sp>
        <p:nvSpPr>
          <p:cNvPr id="3" name="文字方塊 1">
            <a:extLst>
              <a:ext uri="{FF2B5EF4-FFF2-40B4-BE49-F238E27FC236}">
                <a16:creationId xmlns:a16="http://schemas.microsoft.com/office/drawing/2014/main" xmlns="" id="{879A7CB1-DF92-1475-A893-865DBE704EAE}"/>
              </a:ext>
            </a:extLst>
          </p:cNvPr>
          <p:cNvSpPr txBox="1"/>
          <p:nvPr/>
        </p:nvSpPr>
        <p:spPr>
          <a:xfrm>
            <a:off x="6400319" y="3747445"/>
            <a:ext cx="5467425" cy="829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r>
              <a:rPr lang="zh-TW" altLang="en-US" sz="2400" dirty="0"/>
              <a:t>{{SEEKING14}}</a:t>
            </a:r>
            <a:endParaRPr lang="zh-TW" altLang="en-US" sz="2400" dirty="0"/>
          </a:p>
        </p:txBody>
      </p:sp>
      <p:sp>
        <p:nvSpPr>
          <p:cNvPr id="914" name="PhotoBox"/>
          <p:cNvSpPr/>
          <p:nvPr/>
        </p:nvSpPr>
        <p:spPr>
          <a:xfrm>
            <a:off x="936972" y="1585307"/>
            <a:ext cx="2101540" cy="3312245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A6221A"/>
            </a:solidFill>
            <a:prstDash val="dash"/>
          </a:ln>
        </p:spPr>
        <p:txBody>
          <a:bodyPr anchor="ctr"/>
          <a:lstStyle/>
          <a:p>
            <a:pPr algn="ctr"/>
            <a:r>
              <a:rPr lang="zh-TW" sz="1500">
                <a:solidFill>
                  <a:srgbClr val="7A6E5A"/>
                </a:solidFill>
              </a:rPr>
              <a:t>請貼上來賓照片</a:t>
            </a:r>
          </a:p>
          <a:p>
            <a:pPr algn="ctr"/>
            <a:r>
              <a:rPr lang="zh-TW" sz="1100">
                <a:solidFill>
                  <a:srgbClr val="7A6E5A"/>
                </a:solidFill>
              </a:rPr>
              <a:t>(下載後自行貼上)</a:t>
            </a:r>
          </a:p>
        </p:txBody>
      </p:sp>
    </p:spTree>
    <p:extLst>
      <p:ext uri="{BB962C8B-B14F-4D97-AF65-F5344CB8AC3E}">
        <p14:creationId xmlns:p14="http://schemas.microsoft.com/office/powerpoint/2010/main" val="3676949798"/>
      </p:ext>
    </p:extLst>
  </p:cSld>
  <p:clrMapOvr>
    <a:masterClrMapping/>
  </p:clrMapOvr>
</p:sld>
</file>

<file path=ppt/slides/slideG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4C9FC0D-04C7-9CDD-F82E-B9BCA948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矩形 2">
            <a:extLst>
              <a:ext uri="{FF2B5EF4-FFF2-40B4-BE49-F238E27FC236}">
                <a16:creationId xmlns:a16="http://schemas.microsoft.com/office/drawing/2014/main" xmlns="" id="{5D6DAABF-D057-E96D-98C3-C235BE9EAD8D}"/>
              </a:ext>
            </a:extLst>
          </p:cNvPr>
          <p:cNvGrpSpPr/>
          <p:nvPr/>
        </p:nvGrpSpPr>
        <p:grpSpPr>
          <a:xfrm>
            <a:off x="1771191" y="5831987"/>
            <a:ext cx="1178659" cy="383780"/>
            <a:chOff x="-1" y="0"/>
            <a:chExt cx="1178657" cy="383778"/>
          </a:xfrm>
        </p:grpSpPr>
        <p:sp>
          <p:nvSpPr>
            <p:cNvPr id="5" name="矩形">
              <a:extLst>
                <a:ext uri="{FF2B5EF4-FFF2-40B4-BE49-F238E27FC236}">
                  <a16:creationId xmlns:a16="http://schemas.microsoft.com/office/drawing/2014/main" xmlns="" id="{CBC5F700-2CB3-4CA1-6EE6-8B65700EF1F7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" name="金融投資">
              <a:extLst>
                <a:ext uri="{FF2B5EF4-FFF2-40B4-BE49-F238E27FC236}">
                  <a16:creationId xmlns:a16="http://schemas.microsoft.com/office/drawing/2014/main" xmlns="" id="{72175538-B2BE-E4E4-EFD1-C073FD90CEA9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金融投資</a:t>
              </a:r>
            </a:p>
          </p:txBody>
        </p:sp>
      </p:grpSp>
      <p:grpSp>
        <p:nvGrpSpPr>
          <p:cNvPr id="7" name="矩形 2">
            <a:extLst>
              <a:ext uri="{FF2B5EF4-FFF2-40B4-BE49-F238E27FC236}">
                <a16:creationId xmlns:a16="http://schemas.microsoft.com/office/drawing/2014/main" xmlns="" id="{783FA7C6-08B2-D9FF-2FCE-D5F94D8A267E}"/>
              </a:ext>
            </a:extLst>
          </p:cNvPr>
          <p:cNvGrpSpPr/>
          <p:nvPr/>
        </p:nvGrpSpPr>
        <p:grpSpPr>
          <a:xfrm>
            <a:off x="3017511" y="5831987"/>
            <a:ext cx="1178659" cy="383780"/>
            <a:chOff x="-1" y="0"/>
            <a:chExt cx="1178657" cy="383778"/>
          </a:xfrm>
        </p:grpSpPr>
        <p:sp>
          <p:nvSpPr>
            <p:cNvPr id="8" name="矩形">
              <a:extLst>
                <a:ext uri="{FF2B5EF4-FFF2-40B4-BE49-F238E27FC236}">
                  <a16:creationId xmlns:a16="http://schemas.microsoft.com/office/drawing/2014/main" xmlns="" id="{737BE9B1-C068-8950-4AAE-8AB5380957B8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" name="品牌推廣">
              <a:extLst>
                <a:ext uri="{FF2B5EF4-FFF2-40B4-BE49-F238E27FC236}">
                  <a16:creationId xmlns:a16="http://schemas.microsoft.com/office/drawing/2014/main" xmlns="" id="{4F1669A1-5291-9DEC-1BE9-D1BB03174833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品牌推廣</a:t>
              </a:r>
            </a:p>
          </p:txBody>
        </p:sp>
      </p:grpSp>
      <p:grpSp>
        <p:nvGrpSpPr>
          <p:cNvPr id="10" name="矩形 2">
            <a:extLst>
              <a:ext uri="{FF2B5EF4-FFF2-40B4-BE49-F238E27FC236}">
                <a16:creationId xmlns:a16="http://schemas.microsoft.com/office/drawing/2014/main" xmlns="" id="{7FAF0CBB-E577-255F-C8AA-C2D59E1813CD}"/>
              </a:ext>
            </a:extLst>
          </p:cNvPr>
          <p:cNvGrpSpPr/>
          <p:nvPr/>
        </p:nvGrpSpPr>
        <p:grpSpPr>
          <a:xfrm>
            <a:off x="4254469" y="5831987"/>
            <a:ext cx="1178659" cy="383780"/>
            <a:chOff x="-1" y="0"/>
            <a:chExt cx="1178657" cy="383778"/>
          </a:xfrm>
        </p:grpSpPr>
        <p:sp>
          <p:nvSpPr>
            <p:cNvPr id="11" name="矩形">
              <a:extLst>
                <a:ext uri="{FF2B5EF4-FFF2-40B4-BE49-F238E27FC236}">
                  <a16:creationId xmlns:a16="http://schemas.microsoft.com/office/drawing/2014/main" xmlns="" id="{2C0E2AA6-3245-4DB6-A9E9-C968D2A7D580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2" name="商業服務">
              <a:extLst>
                <a:ext uri="{FF2B5EF4-FFF2-40B4-BE49-F238E27FC236}">
                  <a16:creationId xmlns:a16="http://schemas.microsoft.com/office/drawing/2014/main" xmlns="" id="{A10E25BF-C5DF-E231-42AC-12B9467FB38D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商業服務</a:t>
              </a:r>
            </a:p>
          </p:txBody>
        </p:sp>
      </p:grpSp>
      <p:grpSp>
        <p:nvGrpSpPr>
          <p:cNvPr id="13" name="矩形 2">
            <a:extLst>
              <a:ext uri="{FF2B5EF4-FFF2-40B4-BE49-F238E27FC236}">
                <a16:creationId xmlns:a16="http://schemas.microsoft.com/office/drawing/2014/main" xmlns="" id="{642D1255-5A24-91AA-33D6-7DCA2C8AA973}"/>
              </a:ext>
            </a:extLst>
          </p:cNvPr>
          <p:cNvGrpSpPr/>
          <p:nvPr/>
        </p:nvGrpSpPr>
        <p:grpSpPr>
          <a:xfrm>
            <a:off x="5491428" y="5831987"/>
            <a:ext cx="1178656" cy="383780"/>
            <a:chOff x="-1" y="0"/>
            <a:chExt cx="1178654" cy="383778"/>
          </a:xfrm>
        </p:grpSpPr>
        <p:sp>
          <p:nvSpPr>
            <p:cNvPr id="14" name="矩形">
              <a:extLst>
                <a:ext uri="{FF2B5EF4-FFF2-40B4-BE49-F238E27FC236}">
                  <a16:creationId xmlns:a16="http://schemas.microsoft.com/office/drawing/2014/main" xmlns="" id="{9D12C0D3-B366-1864-B7C7-05C6882668F5}"/>
                </a:ext>
              </a:extLst>
            </p:cNvPr>
            <p:cNvSpPr/>
            <p:nvPr/>
          </p:nvSpPr>
          <p:spPr>
            <a:xfrm>
              <a:off x="-2" y="-1"/>
              <a:ext cx="1178656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" name="醫療健康">
              <a:extLst>
                <a:ext uri="{FF2B5EF4-FFF2-40B4-BE49-F238E27FC236}">
                  <a16:creationId xmlns:a16="http://schemas.microsoft.com/office/drawing/2014/main" xmlns="" id="{F5CF93FC-3C84-1AA2-C15D-7A10D1878C5B}"/>
                </a:ext>
              </a:extLst>
            </p:cNvPr>
            <p:cNvSpPr txBox="1"/>
            <p:nvPr/>
          </p:nvSpPr>
          <p:spPr>
            <a:xfrm>
              <a:off x="54526" y="7185"/>
              <a:ext cx="1069601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醫療健康</a:t>
              </a:r>
            </a:p>
          </p:txBody>
        </p:sp>
      </p:grpSp>
      <p:grpSp>
        <p:nvGrpSpPr>
          <p:cNvPr id="16" name="矩形 2">
            <a:extLst>
              <a:ext uri="{FF2B5EF4-FFF2-40B4-BE49-F238E27FC236}">
                <a16:creationId xmlns:a16="http://schemas.microsoft.com/office/drawing/2014/main" xmlns="" id="{E36532E3-06CB-6256-CEAE-03233547F4FB}"/>
              </a:ext>
            </a:extLst>
          </p:cNvPr>
          <p:cNvGrpSpPr/>
          <p:nvPr/>
        </p:nvGrpSpPr>
        <p:grpSpPr>
          <a:xfrm>
            <a:off x="6728750" y="5831987"/>
            <a:ext cx="1178659" cy="383780"/>
            <a:chOff x="-1" y="0"/>
            <a:chExt cx="1178657" cy="383778"/>
          </a:xfrm>
        </p:grpSpPr>
        <p:sp>
          <p:nvSpPr>
            <p:cNvPr id="17" name="矩形">
              <a:extLst>
                <a:ext uri="{FF2B5EF4-FFF2-40B4-BE49-F238E27FC236}">
                  <a16:creationId xmlns:a16="http://schemas.microsoft.com/office/drawing/2014/main" xmlns="" id="{2AC36A8F-B16F-8E8C-0EDC-1AFEA896E0D9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8" name="食品餐飲">
              <a:extLst>
                <a:ext uri="{FF2B5EF4-FFF2-40B4-BE49-F238E27FC236}">
                  <a16:creationId xmlns:a16="http://schemas.microsoft.com/office/drawing/2014/main" xmlns="" id="{DF4543CD-11F2-22CE-1A53-24DBE70CDE10}"/>
                </a:ext>
              </a:extLst>
            </p:cNvPr>
            <p:cNvSpPr txBox="1"/>
            <p:nvPr/>
          </p:nvSpPr>
          <p:spPr>
            <a:xfrm>
              <a:off x="54528" y="7185"/>
              <a:ext cx="1069603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食品餐飲</a:t>
              </a:r>
            </a:p>
          </p:txBody>
        </p:sp>
      </p:grpSp>
      <p:grpSp>
        <p:nvGrpSpPr>
          <p:cNvPr id="19" name="矩形 2">
            <a:extLst>
              <a:ext uri="{FF2B5EF4-FFF2-40B4-BE49-F238E27FC236}">
                <a16:creationId xmlns:a16="http://schemas.microsoft.com/office/drawing/2014/main" xmlns="" id="{D1AC1ED6-DA3D-795A-B487-485A1CFCE0F1}"/>
              </a:ext>
            </a:extLst>
          </p:cNvPr>
          <p:cNvGrpSpPr/>
          <p:nvPr/>
        </p:nvGrpSpPr>
        <p:grpSpPr>
          <a:xfrm>
            <a:off x="7965711" y="5831987"/>
            <a:ext cx="1178659" cy="383780"/>
            <a:chOff x="-1" y="0"/>
            <a:chExt cx="1178657" cy="383778"/>
          </a:xfrm>
        </p:grpSpPr>
        <p:sp>
          <p:nvSpPr>
            <p:cNvPr id="20" name="矩形">
              <a:extLst>
                <a:ext uri="{FF2B5EF4-FFF2-40B4-BE49-F238E27FC236}">
                  <a16:creationId xmlns:a16="http://schemas.microsoft.com/office/drawing/2014/main" xmlns="" id="{374F9E01-9666-70B5-1726-22E3F7A3F79D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1" name="時尚生活">
              <a:extLst>
                <a:ext uri="{FF2B5EF4-FFF2-40B4-BE49-F238E27FC236}">
                  <a16:creationId xmlns:a16="http://schemas.microsoft.com/office/drawing/2014/main" xmlns="" id="{14475685-DEB0-11B7-4666-781CD69C5AAA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時尚生活</a:t>
              </a:r>
            </a:p>
          </p:txBody>
        </p:sp>
      </p:grpSp>
      <p:grpSp>
        <p:nvGrpSpPr>
          <p:cNvPr id="22" name="矩形 2">
            <a:extLst>
              <a:ext uri="{FF2B5EF4-FFF2-40B4-BE49-F238E27FC236}">
                <a16:creationId xmlns:a16="http://schemas.microsoft.com/office/drawing/2014/main" xmlns="" id="{D57A40FB-9FD5-AF5C-B247-9D45094F0ACC}"/>
              </a:ext>
            </a:extLst>
          </p:cNvPr>
          <p:cNvGrpSpPr/>
          <p:nvPr/>
        </p:nvGrpSpPr>
        <p:grpSpPr>
          <a:xfrm>
            <a:off x="9203030" y="5831987"/>
            <a:ext cx="1456576" cy="383780"/>
            <a:chOff x="0" y="0"/>
            <a:chExt cx="1456574" cy="383778"/>
          </a:xfrm>
        </p:grpSpPr>
        <p:sp>
          <p:nvSpPr>
            <p:cNvPr id="23" name="矩形">
              <a:extLst>
                <a:ext uri="{FF2B5EF4-FFF2-40B4-BE49-F238E27FC236}">
                  <a16:creationId xmlns:a16="http://schemas.microsoft.com/office/drawing/2014/main" xmlns="" id="{D5FDBC8C-7C5A-7DCD-F277-4A74DC67413C}"/>
                </a:ext>
              </a:extLst>
            </p:cNvPr>
            <p:cNvSpPr/>
            <p:nvPr/>
          </p:nvSpPr>
          <p:spPr>
            <a:xfrm>
              <a:off x="-1" y="-1"/>
              <a:ext cx="1456575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4" name="商品規劃包裝">
              <a:extLst>
                <a:ext uri="{FF2B5EF4-FFF2-40B4-BE49-F238E27FC236}">
                  <a16:creationId xmlns:a16="http://schemas.microsoft.com/office/drawing/2014/main" xmlns="" id="{69932356-4EBD-8211-99F8-1862A49945BF}"/>
                </a:ext>
              </a:extLst>
            </p:cNvPr>
            <p:cNvSpPr txBox="1"/>
            <p:nvPr/>
          </p:nvSpPr>
          <p:spPr>
            <a:xfrm>
              <a:off x="54525" y="7185"/>
              <a:ext cx="1347524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商品規劃包裝</a:t>
              </a:r>
            </a:p>
          </p:txBody>
        </p:sp>
      </p:grpSp>
      <p:grpSp>
        <p:nvGrpSpPr>
          <p:cNvPr id="25" name="矩形 2">
            <a:extLst>
              <a:ext uri="{FF2B5EF4-FFF2-40B4-BE49-F238E27FC236}">
                <a16:creationId xmlns:a16="http://schemas.microsoft.com/office/drawing/2014/main" xmlns="" id="{86D65167-FCDD-6DA3-150E-9B2E76978415}"/>
              </a:ext>
            </a:extLst>
          </p:cNvPr>
          <p:cNvGrpSpPr/>
          <p:nvPr/>
        </p:nvGrpSpPr>
        <p:grpSpPr>
          <a:xfrm>
            <a:off x="10708909" y="5831987"/>
            <a:ext cx="1384577" cy="383780"/>
            <a:chOff x="-1" y="0"/>
            <a:chExt cx="1384576" cy="383778"/>
          </a:xfrm>
        </p:grpSpPr>
        <p:sp>
          <p:nvSpPr>
            <p:cNvPr id="26" name="矩形">
              <a:extLst>
                <a:ext uri="{FF2B5EF4-FFF2-40B4-BE49-F238E27FC236}">
                  <a16:creationId xmlns:a16="http://schemas.microsoft.com/office/drawing/2014/main" xmlns="" id="{17F8C02D-C443-33B9-8F9D-9CBE3C9CFCA0}"/>
                </a:ext>
              </a:extLst>
            </p:cNvPr>
            <p:cNvSpPr/>
            <p:nvPr/>
          </p:nvSpPr>
          <p:spPr>
            <a:xfrm>
              <a:off x="-2" y="-1"/>
              <a:ext cx="1384577" cy="383780"/>
            </a:xfrm>
            <a:prstGeom prst="rect">
              <a:avLst/>
            </a:prstGeom>
            <a:solidFill>
              <a:srgbClr val="00B05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7" name="參訪來賓">
              <a:extLst>
                <a:ext uri="{FF2B5EF4-FFF2-40B4-BE49-F238E27FC236}">
                  <a16:creationId xmlns:a16="http://schemas.microsoft.com/office/drawing/2014/main" xmlns="" id="{AE141260-B956-1BD4-55F8-93AE6D1B1222}"/>
                </a:ext>
              </a:extLst>
            </p:cNvPr>
            <p:cNvSpPr txBox="1"/>
            <p:nvPr/>
          </p:nvSpPr>
          <p:spPr>
            <a:xfrm>
              <a:off x="45002" y="7185"/>
              <a:ext cx="1294575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參訪來賓</a:t>
              </a:r>
            </a:p>
          </p:txBody>
        </p:sp>
      </p:grpSp>
      <p:grpSp>
        <p:nvGrpSpPr>
          <p:cNvPr id="28" name="矩形: 圓角 19">
            <a:extLst>
              <a:ext uri="{FF2B5EF4-FFF2-40B4-BE49-F238E27FC236}">
                <a16:creationId xmlns:a16="http://schemas.microsoft.com/office/drawing/2014/main" xmlns="" id="{80EC3EEC-320C-48F5-19EA-EDFBFD775664}"/>
              </a:ext>
            </a:extLst>
          </p:cNvPr>
          <p:cNvGrpSpPr/>
          <p:nvPr/>
        </p:nvGrpSpPr>
        <p:grpSpPr>
          <a:xfrm>
            <a:off x="3773055" y="1822260"/>
            <a:ext cx="2431568" cy="970750"/>
            <a:chOff x="0" y="0"/>
            <a:chExt cx="2431566" cy="970748"/>
          </a:xfrm>
        </p:grpSpPr>
        <p:sp>
          <p:nvSpPr>
            <p:cNvPr id="29" name="圓角矩形">
              <a:extLst>
                <a:ext uri="{FF2B5EF4-FFF2-40B4-BE49-F238E27FC236}">
                  <a16:creationId xmlns:a16="http://schemas.microsoft.com/office/drawing/2014/main" xmlns="" id="{3A345DC8-D17A-6BB1-00B0-5F7F5785ABFD}"/>
                </a:ext>
              </a:extLst>
            </p:cNvPr>
            <p:cNvSpPr/>
            <p:nvPr/>
          </p:nvSpPr>
          <p:spPr>
            <a:xfrm>
              <a:off x="-1" y="-1"/>
              <a:ext cx="2431567" cy="970749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0" name="公司名稱…">
              <a:extLst>
                <a:ext uri="{FF2B5EF4-FFF2-40B4-BE49-F238E27FC236}">
                  <a16:creationId xmlns:a16="http://schemas.microsoft.com/office/drawing/2014/main" xmlns="" id="{640E4531-6A68-617A-5143-02C5B623F5CF}"/>
                </a:ext>
              </a:extLst>
            </p:cNvPr>
            <p:cNvSpPr txBox="1"/>
            <p:nvPr/>
          </p:nvSpPr>
          <p:spPr>
            <a:xfrm>
              <a:off x="88351" y="59369"/>
              <a:ext cx="2254860" cy="8519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r>
                <a:rPr dirty="0" err="1"/>
                <a:t>公司名稱</a:t>
              </a:r>
              <a:endParaRPr dirty="0"/>
            </a:p>
            <a:p>
              <a: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r>
                <a:rPr dirty="0" err="1"/>
                <a:t>職務名稱</a:t>
              </a:r>
              <a:endParaRPr dirty="0"/>
            </a:p>
          </p:txBody>
        </p:sp>
      </p:grpSp>
      <p:grpSp>
        <p:nvGrpSpPr>
          <p:cNvPr id="31" name="矩形: 圓角 25">
            <a:extLst>
              <a:ext uri="{FF2B5EF4-FFF2-40B4-BE49-F238E27FC236}">
                <a16:creationId xmlns:a16="http://schemas.microsoft.com/office/drawing/2014/main" xmlns="" id="{DE62D0C2-76AA-F83C-C1F7-A1497EF6171F}"/>
              </a:ext>
            </a:extLst>
          </p:cNvPr>
          <p:cNvGrpSpPr/>
          <p:nvPr/>
        </p:nvGrpSpPr>
        <p:grpSpPr>
          <a:xfrm>
            <a:off x="3782098" y="2818471"/>
            <a:ext cx="2413481" cy="963529"/>
            <a:chOff x="0" y="-1"/>
            <a:chExt cx="2413480" cy="963528"/>
          </a:xfrm>
        </p:grpSpPr>
        <p:sp>
          <p:nvSpPr>
            <p:cNvPr id="32" name="圓角矩形">
              <a:extLst>
                <a:ext uri="{FF2B5EF4-FFF2-40B4-BE49-F238E27FC236}">
                  <a16:creationId xmlns:a16="http://schemas.microsoft.com/office/drawing/2014/main" xmlns="" id="{33F9D984-0491-C7AE-94B6-008944DB26A6}"/>
                </a:ext>
              </a:extLst>
            </p:cNvPr>
            <p:cNvSpPr/>
            <p:nvPr/>
          </p:nvSpPr>
          <p:spPr>
            <a:xfrm>
              <a:off x="-1" y="-2"/>
              <a:ext cx="2413481" cy="963530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3" name="服務項目">
              <a:extLst>
                <a:ext uri="{FF2B5EF4-FFF2-40B4-BE49-F238E27FC236}">
                  <a16:creationId xmlns:a16="http://schemas.microsoft.com/office/drawing/2014/main" xmlns="" id="{51876C5B-1C19-2987-7D9A-D2B2E9C25AED}"/>
                </a:ext>
              </a:extLst>
            </p:cNvPr>
            <p:cNvSpPr txBox="1"/>
            <p:nvPr/>
          </p:nvSpPr>
          <p:spPr>
            <a:xfrm>
              <a:off x="88345" y="245538"/>
              <a:ext cx="2236788" cy="472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服務項目</a:t>
              </a:r>
            </a:p>
          </p:txBody>
        </p:sp>
      </p:grpSp>
      <p:grpSp>
        <p:nvGrpSpPr>
          <p:cNvPr id="34" name="矩形: 圓角 26">
            <a:extLst>
              <a:ext uri="{FF2B5EF4-FFF2-40B4-BE49-F238E27FC236}">
                <a16:creationId xmlns:a16="http://schemas.microsoft.com/office/drawing/2014/main" xmlns="" id="{D73FE79E-F307-118F-A738-2A317BB9BD45}"/>
              </a:ext>
            </a:extLst>
          </p:cNvPr>
          <p:cNvGrpSpPr/>
          <p:nvPr/>
        </p:nvGrpSpPr>
        <p:grpSpPr>
          <a:xfrm>
            <a:off x="3812665" y="3815705"/>
            <a:ext cx="2413481" cy="963530"/>
            <a:chOff x="-1" y="-1"/>
            <a:chExt cx="2413480" cy="963528"/>
          </a:xfrm>
        </p:grpSpPr>
        <p:sp>
          <p:nvSpPr>
            <p:cNvPr id="35" name="圓角矩形">
              <a:extLst>
                <a:ext uri="{FF2B5EF4-FFF2-40B4-BE49-F238E27FC236}">
                  <a16:creationId xmlns:a16="http://schemas.microsoft.com/office/drawing/2014/main" xmlns="" id="{89803A57-7F08-979B-D3F4-4D030A083EBE}"/>
                </a:ext>
              </a:extLst>
            </p:cNvPr>
            <p:cNvSpPr/>
            <p:nvPr/>
          </p:nvSpPr>
          <p:spPr>
            <a:xfrm>
              <a:off x="-2" y="-2"/>
              <a:ext cx="2413482" cy="963530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6" name="需要引薦">
              <a:extLst>
                <a:ext uri="{FF2B5EF4-FFF2-40B4-BE49-F238E27FC236}">
                  <a16:creationId xmlns:a16="http://schemas.microsoft.com/office/drawing/2014/main" xmlns="" id="{3541D158-AB5C-C676-2D18-E5CA5F36210E}"/>
                </a:ext>
              </a:extLst>
            </p:cNvPr>
            <p:cNvSpPr txBox="1"/>
            <p:nvPr/>
          </p:nvSpPr>
          <p:spPr>
            <a:xfrm>
              <a:off x="88345" y="226489"/>
              <a:ext cx="2236786" cy="510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需要引薦</a:t>
              </a:r>
            </a:p>
          </p:txBody>
        </p:sp>
      </p:grpSp>
      <p:sp>
        <p:nvSpPr>
          <p:cNvPr id="37" name="直線單箭頭接點 29">
            <a:extLst>
              <a:ext uri="{FF2B5EF4-FFF2-40B4-BE49-F238E27FC236}">
                <a16:creationId xmlns:a16="http://schemas.microsoft.com/office/drawing/2014/main" xmlns="" id="{07C57310-FFF6-C651-5D94-70282D6C3896}"/>
              </a:ext>
            </a:extLst>
          </p:cNvPr>
          <p:cNvSpPr/>
          <p:nvPr/>
        </p:nvSpPr>
        <p:spPr>
          <a:xfrm>
            <a:off x="5976798" y="4770054"/>
            <a:ext cx="5486911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8" name="文字方塊 1">
            <a:extLst>
              <a:ext uri="{FF2B5EF4-FFF2-40B4-BE49-F238E27FC236}">
                <a16:creationId xmlns:a16="http://schemas.microsoft.com/office/drawing/2014/main" xmlns="" id="{887A8847-F8A4-EF01-BF17-C95818EA43C6}"/>
              </a:ext>
            </a:extLst>
          </p:cNvPr>
          <p:cNvSpPr txBox="1"/>
          <p:nvPr/>
        </p:nvSpPr>
        <p:spPr>
          <a:xfrm>
            <a:off x="6281783" y="1993953"/>
            <a:ext cx="5658163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28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rPr lang="zh-TW" altLang="en-US" dirty="0"/>
              <a:t>{{CT15}}</a:t>
            </a:r>
            <a:endParaRPr dirty="0"/>
          </a:p>
        </p:txBody>
      </p:sp>
      <p:sp>
        <p:nvSpPr>
          <p:cNvPr id="39" name="文字方塊 1">
            <a:extLst>
              <a:ext uri="{FF2B5EF4-FFF2-40B4-BE49-F238E27FC236}">
                <a16:creationId xmlns:a16="http://schemas.microsoft.com/office/drawing/2014/main" xmlns="" id="{C159DF6A-F09F-E92B-F80F-BD57032004B2}"/>
              </a:ext>
            </a:extLst>
          </p:cNvPr>
          <p:cNvSpPr txBox="1"/>
          <p:nvPr/>
        </p:nvSpPr>
        <p:spPr>
          <a:xfrm>
            <a:off x="6123439" y="3754389"/>
            <a:ext cx="6137395" cy="460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>
            <a:lvl1pPr defTabSz="1219318">
              <a:defRPr sz="24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endParaRPr lang="zh-TW" altLang="en-US" dirty="0"/>
          </a:p>
        </p:txBody>
      </p:sp>
      <p:sp>
        <p:nvSpPr>
          <p:cNvPr id="40" name="直線單箭頭接點 29">
            <a:extLst>
              <a:ext uri="{FF2B5EF4-FFF2-40B4-BE49-F238E27FC236}">
                <a16:creationId xmlns:a16="http://schemas.microsoft.com/office/drawing/2014/main" xmlns="" id="{FD581968-7466-9E82-1A34-FB54CA1DE996}"/>
              </a:ext>
            </a:extLst>
          </p:cNvPr>
          <p:cNvSpPr/>
          <p:nvPr/>
        </p:nvSpPr>
        <p:spPr>
          <a:xfrm>
            <a:off x="5811585" y="3739640"/>
            <a:ext cx="5486910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1" name="直線單箭頭接點 29">
            <a:extLst>
              <a:ext uri="{FF2B5EF4-FFF2-40B4-BE49-F238E27FC236}">
                <a16:creationId xmlns:a16="http://schemas.microsoft.com/office/drawing/2014/main" xmlns="" id="{3215EE6C-AB6B-F464-7BB7-3378156EE67E}"/>
              </a:ext>
            </a:extLst>
          </p:cNvPr>
          <p:cNvSpPr/>
          <p:nvPr/>
        </p:nvSpPr>
        <p:spPr>
          <a:xfrm>
            <a:off x="5701296" y="2715420"/>
            <a:ext cx="5486910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grpSp>
        <p:nvGrpSpPr>
          <p:cNvPr id="42" name="矩形: 圆角 10">
            <a:extLst>
              <a:ext uri="{FF2B5EF4-FFF2-40B4-BE49-F238E27FC236}">
                <a16:creationId xmlns:a16="http://schemas.microsoft.com/office/drawing/2014/main" xmlns="" id="{F5BEFD9A-27E7-E95C-2FFC-8706CAEA0A23}"/>
              </a:ext>
            </a:extLst>
          </p:cNvPr>
          <p:cNvGrpSpPr/>
          <p:nvPr/>
        </p:nvGrpSpPr>
        <p:grpSpPr>
          <a:xfrm>
            <a:off x="1034272" y="4946209"/>
            <a:ext cx="1906943" cy="746741"/>
            <a:chOff x="0" y="15261"/>
            <a:chExt cx="1906941" cy="746739"/>
          </a:xfrm>
        </p:grpSpPr>
        <p:sp>
          <p:nvSpPr>
            <p:cNvPr id="43" name="圓角矩形">
              <a:extLst>
                <a:ext uri="{FF2B5EF4-FFF2-40B4-BE49-F238E27FC236}">
                  <a16:creationId xmlns:a16="http://schemas.microsoft.com/office/drawing/2014/main" xmlns="" id="{9DBFD8BE-FD0B-A5F9-2B4D-E422CBBA673C}"/>
                </a:ext>
              </a:extLst>
            </p:cNvPr>
            <p:cNvSpPr/>
            <p:nvPr/>
          </p:nvSpPr>
          <p:spPr>
            <a:xfrm>
              <a:off x="0" y="15261"/>
              <a:ext cx="1906941" cy="746739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8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44" name="葉芯寧">
              <a:extLst>
                <a:ext uri="{FF2B5EF4-FFF2-40B4-BE49-F238E27FC236}">
                  <a16:creationId xmlns:a16="http://schemas.microsoft.com/office/drawing/2014/main" xmlns="" id="{8265EFF4-6D12-1913-114A-E3EC7358C154}"/>
                </a:ext>
              </a:extLst>
            </p:cNvPr>
            <p:cNvSpPr txBox="1"/>
            <p:nvPr/>
          </p:nvSpPr>
          <p:spPr>
            <a:xfrm>
              <a:off x="112545" y="18284"/>
              <a:ext cx="1681849" cy="7078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39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rPr lang="zh-TW" altLang="en-US" sz="4000" dirty="0"/>
                <a:t>{{NAME15}}</a:t>
              </a:r>
              <a:endParaRPr lang="en-US" altLang="zh-TW" dirty="0"/>
            </a:p>
          </p:txBody>
        </p:sp>
      </p:grpSp>
      <p:grpSp>
        <p:nvGrpSpPr>
          <p:cNvPr id="45" name="矩形: 圓角 26">
            <a:extLst>
              <a:ext uri="{FF2B5EF4-FFF2-40B4-BE49-F238E27FC236}">
                <a16:creationId xmlns:a16="http://schemas.microsoft.com/office/drawing/2014/main" xmlns="" id="{5FCE554C-55C4-EE72-314A-F6C023034063}"/>
              </a:ext>
            </a:extLst>
          </p:cNvPr>
          <p:cNvGrpSpPr/>
          <p:nvPr/>
        </p:nvGrpSpPr>
        <p:grpSpPr>
          <a:xfrm>
            <a:off x="3812665" y="4806993"/>
            <a:ext cx="2414601" cy="963977"/>
            <a:chOff x="0" y="0"/>
            <a:chExt cx="2414599" cy="963975"/>
          </a:xfrm>
        </p:grpSpPr>
        <p:sp>
          <p:nvSpPr>
            <p:cNvPr id="46" name="圓角矩形">
              <a:extLst>
                <a:ext uri="{FF2B5EF4-FFF2-40B4-BE49-F238E27FC236}">
                  <a16:creationId xmlns:a16="http://schemas.microsoft.com/office/drawing/2014/main" xmlns="" id="{E1F597C1-F40E-8D03-4BD1-943D2E892BC9}"/>
                </a:ext>
              </a:extLst>
            </p:cNvPr>
            <p:cNvSpPr/>
            <p:nvPr/>
          </p:nvSpPr>
          <p:spPr>
            <a:xfrm>
              <a:off x="-1" y="-1"/>
              <a:ext cx="2414600" cy="963976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47" name="需要引薦">
              <a:extLst>
                <a:ext uri="{FF2B5EF4-FFF2-40B4-BE49-F238E27FC236}">
                  <a16:creationId xmlns:a16="http://schemas.microsoft.com/office/drawing/2014/main" xmlns="" id="{E8B5C587-E8C0-EECB-99D3-8617816B1FF0}"/>
                </a:ext>
              </a:extLst>
            </p:cNvPr>
            <p:cNvSpPr txBox="1"/>
            <p:nvPr/>
          </p:nvSpPr>
          <p:spPr>
            <a:xfrm>
              <a:off x="88386" y="226712"/>
              <a:ext cx="2237825" cy="510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引薦人</a:t>
              </a:r>
            </a:p>
          </p:txBody>
        </p:sp>
      </p:grpSp>
      <p:sp>
        <p:nvSpPr>
          <p:cNvPr id="48" name="直線單箭頭接點 29">
            <a:extLst>
              <a:ext uri="{FF2B5EF4-FFF2-40B4-BE49-F238E27FC236}">
                <a16:creationId xmlns:a16="http://schemas.microsoft.com/office/drawing/2014/main" xmlns="" id="{F0E96812-3620-8D16-72ED-F2977DE4A1EF}"/>
              </a:ext>
            </a:extLst>
          </p:cNvPr>
          <p:cNvSpPr/>
          <p:nvPr/>
        </p:nvSpPr>
        <p:spPr>
          <a:xfrm>
            <a:off x="6072449" y="5647117"/>
            <a:ext cx="5486911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9" name="文字方塊 1">
            <a:extLst>
              <a:ext uri="{FF2B5EF4-FFF2-40B4-BE49-F238E27FC236}">
                <a16:creationId xmlns:a16="http://schemas.microsoft.com/office/drawing/2014/main" xmlns="" id="{745AD719-865E-C14C-C28F-A1313298D68A}"/>
              </a:ext>
            </a:extLst>
          </p:cNvPr>
          <p:cNvSpPr txBox="1"/>
          <p:nvPr/>
        </p:nvSpPr>
        <p:spPr>
          <a:xfrm>
            <a:off x="6401439" y="4930100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rPr lang="zh-TW" altLang="en-US" sz="2800" dirty="0"/>
              <a:t>{{INVITER15}}</a:t>
            </a:r>
            <a:endParaRPr lang="zh-TW" altLang="en-US" sz="2800" dirty="0"/>
          </a:p>
        </p:txBody>
      </p:sp>
      <p:grpSp>
        <p:nvGrpSpPr>
          <p:cNvPr id="51" name="群組 25">
            <a:extLst>
              <a:ext uri="{FF2B5EF4-FFF2-40B4-BE49-F238E27FC236}">
                <a16:creationId xmlns:a16="http://schemas.microsoft.com/office/drawing/2014/main" xmlns="" id="{1A7F0755-2ADD-2AB0-9B2C-2F3507CBA336}"/>
              </a:ext>
            </a:extLst>
          </p:cNvPr>
          <p:cNvGrpSpPr/>
          <p:nvPr/>
        </p:nvGrpSpPr>
        <p:grpSpPr>
          <a:xfrm>
            <a:off x="786585" y="178907"/>
            <a:ext cx="10404389" cy="1535422"/>
            <a:chOff x="-2" y="-1"/>
            <a:chExt cx="10404387" cy="1535420"/>
          </a:xfrm>
        </p:grpSpPr>
        <p:sp>
          <p:nvSpPr>
            <p:cNvPr id="52" name="平行四邊形 26">
              <a:extLst>
                <a:ext uri="{FF2B5EF4-FFF2-40B4-BE49-F238E27FC236}">
                  <a16:creationId xmlns:a16="http://schemas.microsoft.com/office/drawing/2014/main" xmlns="" id="{16C039E2-863E-5043-2DB9-AD7E0642FFBF}"/>
                </a:ext>
              </a:extLst>
            </p:cNvPr>
            <p:cNvSpPr/>
            <p:nvPr/>
          </p:nvSpPr>
          <p:spPr>
            <a:xfrm>
              <a:off x="479877" y="191883"/>
              <a:ext cx="9358943" cy="134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775" y="0"/>
                  </a:lnTo>
                  <a:lnTo>
                    <a:pt x="21600" y="0"/>
                  </a:lnTo>
                  <a:lnTo>
                    <a:pt x="20825" y="21600"/>
                  </a:lnTo>
                  <a:close/>
                </a:path>
              </a:pathLst>
            </a:custGeom>
            <a:solidFill>
              <a:srgbClr val="C7C7C7"/>
            </a:solidFill>
            <a:ln w="12700" cap="flat">
              <a:noFill/>
              <a:miter lim="400000"/>
            </a:ln>
            <a:effectLst>
              <a:outerShdw blurRad="76200" dist="37674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19318">
                <a:defRPr sz="24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pPr>
              <a:endParaRPr/>
            </a:p>
          </p:txBody>
        </p:sp>
        <p:sp>
          <p:nvSpPr>
            <p:cNvPr id="53" name="平行四邊形 27">
              <a:extLst>
                <a:ext uri="{FF2B5EF4-FFF2-40B4-BE49-F238E27FC236}">
                  <a16:creationId xmlns:a16="http://schemas.microsoft.com/office/drawing/2014/main" xmlns="" id="{8F0D1D4E-E2AF-B19C-4ECC-4F75921D8D2E}"/>
                </a:ext>
              </a:extLst>
            </p:cNvPr>
            <p:cNvSpPr/>
            <p:nvPr/>
          </p:nvSpPr>
          <p:spPr>
            <a:xfrm>
              <a:off x="-2" y="-1"/>
              <a:ext cx="9024141" cy="134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804" y="0"/>
                  </a:lnTo>
                  <a:lnTo>
                    <a:pt x="21600" y="0"/>
                  </a:lnTo>
                  <a:lnTo>
                    <a:pt x="20796" y="21600"/>
                  </a:lnTo>
                  <a:close/>
                </a:path>
              </a:pathLst>
            </a:custGeom>
            <a:solidFill>
              <a:srgbClr val="CF2031"/>
            </a:solidFill>
            <a:ln w="19050" cap="flat">
              <a:solidFill>
                <a:srgbClr val="CF2031"/>
              </a:solidFill>
              <a:prstDash val="solid"/>
              <a:miter lim="800000"/>
            </a:ln>
            <a:effectLst>
              <a:outerShdw blurRad="76200" dist="37674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19318">
                <a:defRPr sz="24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pPr>
              <a:endParaRPr/>
            </a:p>
          </p:txBody>
        </p:sp>
        <p:sp>
          <p:nvSpPr>
            <p:cNvPr id="54" name="矩形 29">
              <a:extLst>
                <a:ext uri="{FF2B5EF4-FFF2-40B4-BE49-F238E27FC236}">
                  <a16:creationId xmlns:a16="http://schemas.microsoft.com/office/drawing/2014/main" xmlns="" id="{F39CA52A-F7DB-1697-D678-D81663012D45}"/>
                </a:ext>
              </a:extLst>
            </p:cNvPr>
            <p:cNvSpPr txBox="1"/>
            <p:nvPr/>
          </p:nvSpPr>
          <p:spPr>
            <a:xfrm>
              <a:off x="1119243" y="864008"/>
              <a:ext cx="6725891" cy="3312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>
              <a:lvl1pPr defTabSz="1219318">
                <a:defRPr sz="16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r>
                <a:t>WELCOME VISITORS</a:t>
              </a:r>
            </a:p>
          </p:txBody>
        </p:sp>
        <p:grpSp>
          <p:nvGrpSpPr>
            <p:cNvPr id="55" name="橢圓 30">
              <a:extLst>
                <a:ext uri="{FF2B5EF4-FFF2-40B4-BE49-F238E27FC236}">
                  <a16:creationId xmlns:a16="http://schemas.microsoft.com/office/drawing/2014/main" xmlns="" id="{6EB71EE6-6735-14B0-DA9A-EC355F55C01C}"/>
                </a:ext>
              </a:extLst>
            </p:cNvPr>
            <p:cNvGrpSpPr/>
            <p:nvPr/>
          </p:nvGrpSpPr>
          <p:grpSpPr>
            <a:xfrm>
              <a:off x="9169203" y="54000"/>
              <a:ext cx="1235182" cy="1235186"/>
              <a:chOff x="-2" y="-2"/>
              <a:chExt cx="1235181" cy="1235185"/>
            </a:xfrm>
          </p:grpSpPr>
          <p:sp>
            <p:nvSpPr>
              <p:cNvPr id="57" name="圓形">
                <a:extLst>
                  <a:ext uri="{FF2B5EF4-FFF2-40B4-BE49-F238E27FC236}">
                    <a16:creationId xmlns:a16="http://schemas.microsoft.com/office/drawing/2014/main" xmlns="" id="{DC44ACC2-811F-68B6-63B7-C25695ABCC2D}"/>
                  </a:ext>
                </a:extLst>
              </p:cNvPr>
              <p:cNvSpPr/>
              <p:nvPr/>
            </p:nvSpPr>
            <p:spPr>
              <a:xfrm>
                <a:off x="-2" y="-2"/>
                <a:ext cx="1235181" cy="1235185"/>
              </a:xfrm>
              <a:prstGeom prst="ellipse">
                <a:avLst/>
              </a:prstGeom>
              <a:solidFill>
                <a:srgbClr val="CF2031"/>
              </a:solidFill>
              <a:ln w="19050" cap="flat">
                <a:solidFill>
                  <a:srgbClr val="CF2031"/>
                </a:solidFill>
                <a:prstDash val="solid"/>
                <a:miter lim="800000"/>
              </a:ln>
              <a:effectLst>
                <a:outerShdw blurRad="76200" dist="37674" dir="2700000" rotWithShape="0">
                  <a:srgbClr val="000000">
                    <a:alpha val="40000"/>
                  </a:srgbClr>
                </a:outerShdw>
              </a:effectLst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1219318">
                  <a:defRPr sz="3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58" name="02">
                <a:extLst>
                  <a:ext uri="{FF2B5EF4-FFF2-40B4-BE49-F238E27FC236}">
                    <a16:creationId xmlns:a16="http://schemas.microsoft.com/office/drawing/2014/main" xmlns="" id="{BFB696E0-8564-5B33-0B38-FC844FD37BCA}"/>
                  </a:ext>
                </a:extLst>
              </p:cNvPr>
              <p:cNvSpPr txBox="1"/>
              <p:nvPr/>
            </p:nvSpPr>
            <p:spPr>
              <a:xfrm>
                <a:off x="235412" y="325921"/>
                <a:ext cx="764352" cy="58331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4999" tIns="44999" rIns="44999" bIns="44999" numCol="1" anchor="ctr">
                <a:spAutoFit/>
              </a:bodyPr>
              <a:lstStyle>
                <a:lvl1pPr algn="ctr" defTabSz="1219318">
                  <a:defRPr sz="3200" b="1">
                    <a:solidFill>
                      <a:srgbClr val="FFFFFF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defRPr>
                </a:lvl1pPr>
              </a:lstStyle>
              <a:p>
                <a:r>
                  <a:rPr smtClean="0"/>
                  <a:t>5</a:t>
                </a:r>
                <a:r>
                  <a:rPr lang="en-US" smtClean="0"/>
                  <a:t>1</a:t>
                </a:r>
              </a:p>
            </p:txBody>
          </p:sp>
        </p:grpSp>
        <p:sp>
          <p:nvSpPr>
            <p:cNvPr id="56" name="文字方塊 28">
              <a:extLst>
                <a:ext uri="{FF2B5EF4-FFF2-40B4-BE49-F238E27FC236}">
                  <a16:creationId xmlns:a16="http://schemas.microsoft.com/office/drawing/2014/main" xmlns="" id="{FDEB0F6B-5468-4333-0783-0B70F0A918F9}"/>
                </a:ext>
              </a:extLst>
            </p:cNvPr>
            <p:cNvSpPr txBox="1"/>
            <p:nvPr/>
          </p:nvSpPr>
          <p:spPr>
            <a:xfrm>
              <a:off x="1002962" y="96123"/>
              <a:ext cx="7034052" cy="940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>
              <a:lvl1pPr algn="just" defTabSz="1219318">
                <a:defRPr sz="48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r>
                <a:rPr dirty="0"/>
                <a:t>來賓15秒自我介紹</a:t>
              </a:r>
            </a:p>
          </p:txBody>
        </p:sp>
      </p:grpSp>
      <p:sp>
        <p:nvSpPr>
          <p:cNvPr id="50" name="文字方塊 1">
            <a:extLst>
              <a:ext uri="{FF2B5EF4-FFF2-40B4-BE49-F238E27FC236}">
                <a16:creationId xmlns:a16="http://schemas.microsoft.com/office/drawing/2014/main" xmlns="" id="{AEEAD3CC-BFC0-0C12-9D33-83DA249EE6D9}"/>
              </a:ext>
            </a:extLst>
          </p:cNvPr>
          <p:cNvSpPr txBox="1"/>
          <p:nvPr/>
        </p:nvSpPr>
        <p:spPr>
          <a:xfrm>
            <a:off x="6457086" y="4006870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endParaRPr lang="zh-TW" altLang="en-US" sz="2800" dirty="0"/>
          </a:p>
        </p:txBody>
      </p:sp>
      <p:sp>
        <p:nvSpPr>
          <p:cNvPr id="61" name="文字方塊 1">
            <a:extLst>
              <a:ext uri="{FF2B5EF4-FFF2-40B4-BE49-F238E27FC236}">
                <a16:creationId xmlns:a16="http://schemas.microsoft.com/office/drawing/2014/main" xmlns="" id="{1080D13B-346E-6AA5-BA21-6F5E163775B0}"/>
              </a:ext>
            </a:extLst>
          </p:cNvPr>
          <p:cNvSpPr txBox="1"/>
          <p:nvPr/>
        </p:nvSpPr>
        <p:spPr>
          <a:xfrm>
            <a:off x="6338379" y="2953784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r>
              <a:rPr lang="zh-TW" altLang="en-US" sz="2800" dirty="0"/>
              <a:t>{{SERVICE15}}</a:t>
            </a:r>
            <a:endParaRPr lang="zh-TW" altLang="en-US" sz="2800" dirty="0"/>
          </a:p>
        </p:txBody>
      </p:sp>
      <p:sp>
        <p:nvSpPr>
          <p:cNvPr id="3" name="文字方塊 1">
            <a:extLst>
              <a:ext uri="{FF2B5EF4-FFF2-40B4-BE49-F238E27FC236}">
                <a16:creationId xmlns:a16="http://schemas.microsoft.com/office/drawing/2014/main" xmlns="" id="{879A7CB1-DF92-1475-A893-865DBE704EAE}"/>
              </a:ext>
            </a:extLst>
          </p:cNvPr>
          <p:cNvSpPr txBox="1"/>
          <p:nvPr/>
        </p:nvSpPr>
        <p:spPr>
          <a:xfrm>
            <a:off x="6400319" y="3747445"/>
            <a:ext cx="5467425" cy="829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r>
              <a:rPr lang="zh-TW" altLang="en-US" sz="2400" dirty="0"/>
              <a:t>{{SEEKING15}}</a:t>
            </a:r>
            <a:endParaRPr lang="zh-TW" altLang="en-US" sz="2400" dirty="0"/>
          </a:p>
        </p:txBody>
      </p:sp>
      <p:sp>
        <p:nvSpPr>
          <p:cNvPr id="915" name="PhotoBox"/>
          <p:cNvSpPr/>
          <p:nvPr/>
        </p:nvSpPr>
        <p:spPr>
          <a:xfrm>
            <a:off x="936972" y="1585307"/>
            <a:ext cx="2101540" cy="3312245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A6221A"/>
            </a:solidFill>
            <a:prstDash val="dash"/>
          </a:ln>
        </p:spPr>
        <p:txBody>
          <a:bodyPr anchor="ctr"/>
          <a:lstStyle/>
          <a:p>
            <a:pPr algn="ctr"/>
            <a:r>
              <a:rPr lang="zh-TW" sz="1500">
                <a:solidFill>
                  <a:srgbClr val="7A6E5A"/>
                </a:solidFill>
              </a:rPr>
              <a:t>請貼上來賓照片</a:t>
            </a:r>
          </a:p>
          <a:p>
            <a:pPr algn="ctr"/>
            <a:r>
              <a:rPr lang="zh-TW" sz="1100">
                <a:solidFill>
                  <a:srgbClr val="7A6E5A"/>
                </a:solidFill>
              </a:rPr>
              <a:t>(下載後自行貼上)</a:t>
            </a:r>
          </a:p>
        </p:txBody>
      </p:sp>
    </p:spTree>
    <p:extLst>
      <p:ext uri="{BB962C8B-B14F-4D97-AF65-F5344CB8AC3E}">
        <p14:creationId xmlns:p14="http://schemas.microsoft.com/office/powerpoint/2010/main" val="3676949798"/>
      </p:ext>
    </p:extLst>
  </p:cSld>
  <p:clrMapOvr>
    <a:masterClrMapping/>
  </p:clrMapOvr>
</p:sld>
</file>

<file path=ppt/slides/slideG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4C9FC0D-04C7-9CDD-F82E-B9BCA948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矩形 2">
            <a:extLst>
              <a:ext uri="{FF2B5EF4-FFF2-40B4-BE49-F238E27FC236}">
                <a16:creationId xmlns:a16="http://schemas.microsoft.com/office/drawing/2014/main" xmlns="" id="{5D6DAABF-D057-E96D-98C3-C235BE9EAD8D}"/>
              </a:ext>
            </a:extLst>
          </p:cNvPr>
          <p:cNvGrpSpPr/>
          <p:nvPr/>
        </p:nvGrpSpPr>
        <p:grpSpPr>
          <a:xfrm>
            <a:off x="1771191" y="5831987"/>
            <a:ext cx="1178659" cy="383780"/>
            <a:chOff x="-1" y="0"/>
            <a:chExt cx="1178657" cy="383778"/>
          </a:xfrm>
        </p:grpSpPr>
        <p:sp>
          <p:nvSpPr>
            <p:cNvPr id="5" name="矩形">
              <a:extLst>
                <a:ext uri="{FF2B5EF4-FFF2-40B4-BE49-F238E27FC236}">
                  <a16:creationId xmlns:a16="http://schemas.microsoft.com/office/drawing/2014/main" xmlns="" id="{CBC5F700-2CB3-4CA1-6EE6-8B65700EF1F7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" name="金融投資">
              <a:extLst>
                <a:ext uri="{FF2B5EF4-FFF2-40B4-BE49-F238E27FC236}">
                  <a16:creationId xmlns:a16="http://schemas.microsoft.com/office/drawing/2014/main" xmlns="" id="{72175538-B2BE-E4E4-EFD1-C073FD90CEA9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金融投資</a:t>
              </a:r>
            </a:p>
          </p:txBody>
        </p:sp>
      </p:grpSp>
      <p:grpSp>
        <p:nvGrpSpPr>
          <p:cNvPr id="7" name="矩形 2">
            <a:extLst>
              <a:ext uri="{FF2B5EF4-FFF2-40B4-BE49-F238E27FC236}">
                <a16:creationId xmlns:a16="http://schemas.microsoft.com/office/drawing/2014/main" xmlns="" id="{783FA7C6-08B2-D9FF-2FCE-D5F94D8A267E}"/>
              </a:ext>
            </a:extLst>
          </p:cNvPr>
          <p:cNvGrpSpPr/>
          <p:nvPr/>
        </p:nvGrpSpPr>
        <p:grpSpPr>
          <a:xfrm>
            <a:off x="3017511" y="5831987"/>
            <a:ext cx="1178659" cy="383780"/>
            <a:chOff x="-1" y="0"/>
            <a:chExt cx="1178657" cy="383778"/>
          </a:xfrm>
        </p:grpSpPr>
        <p:sp>
          <p:nvSpPr>
            <p:cNvPr id="8" name="矩形">
              <a:extLst>
                <a:ext uri="{FF2B5EF4-FFF2-40B4-BE49-F238E27FC236}">
                  <a16:creationId xmlns:a16="http://schemas.microsoft.com/office/drawing/2014/main" xmlns="" id="{737BE9B1-C068-8950-4AAE-8AB5380957B8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" name="品牌推廣">
              <a:extLst>
                <a:ext uri="{FF2B5EF4-FFF2-40B4-BE49-F238E27FC236}">
                  <a16:creationId xmlns:a16="http://schemas.microsoft.com/office/drawing/2014/main" xmlns="" id="{4F1669A1-5291-9DEC-1BE9-D1BB03174833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品牌推廣</a:t>
              </a:r>
            </a:p>
          </p:txBody>
        </p:sp>
      </p:grpSp>
      <p:grpSp>
        <p:nvGrpSpPr>
          <p:cNvPr id="10" name="矩形 2">
            <a:extLst>
              <a:ext uri="{FF2B5EF4-FFF2-40B4-BE49-F238E27FC236}">
                <a16:creationId xmlns:a16="http://schemas.microsoft.com/office/drawing/2014/main" xmlns="" id="{7FAF0CBB-E577-255F-C8AA-C2D59E1813CD}"/>
              </a:ext>
            </a:extLst>
          </p:cNvPr>
          <p:cNvGrpSpPr/>
          <p:nvPr/>
        </p:nvGrpSpPr>
        <p:grpSpPr>
          <a:xfrm>
            <a:off x="4254469" y="5831987"/>
            <a:ext cx="1178659" cy="383780"/>
            <a:chOff x="-1" y="0"/>
            <a:chExt cx="1178657" cy="383778"/>
          </a:xfrm>
        </p:grpSpPr>
        <p:sp>
          <p:nvSpPr>
            <p:cNvPr id="11" name="矩形">
              <a:extLst>
                <a:ext uri="{FF2B5EF4-FFF2-40B4-BE49-F238E27FC236}">
                  <a16:creationId xmlns:a16="http://schemas.microsoft.com/office/drawing/2014/main" xmlns="" id="{2C0E2AA6-3245-4DB6-A9E9-C968D2A7D580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2" name="商業服務">
              <a:extLst>
                <a:ext uri="{FF2B5EF4-FFF2-40B4-BE49-F238E27FC236}">
                  <a16:creationId xmlns:a16="http://schemas.microsoft.com/office/drawing/2014/main" xmlns="" id="{A10E25BF-C5DF-E231-42AC-12B9467FB38D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商業服務</a:t>
              </a:r>
            </a:p>
          </p:txBody>
        </p:sp>
      </p:grpSp>
      <p:grpSp>
        <p:nvGrpSpPr>
          <p:cNvPr id="13" name="矩形 2">
            <a:extLst>
              <a:ext uri="{FF2B5EF4-FFF2-40B4-BE49-F238E27FC236}">
                <a16:creationId xmlns:a16="http://schemas.microsoft.com/office/drawing/2014/main" xmlns="" id="{642D1255-5A24-91AA-33D6-7DCA2C8AA973}"/>
              </a:ext>
            </a:extLst>
          </p:cNvPr>
          <p:cNvGrpSpPr/>
          <p:nvPr/>
        </p:nvGrpSpPr>
        <p:grpSpPr>
          <a:xfrm>
            <a:off x="5491428" y="5831987"/>
            <a:ext cx="1178656" cy="383780"/>
            <a:chOff x="-1" y="0"/>
            <a:chExt cx="1178654" cy="383778"/>
          </a:xfrm>
        </p:grpSpPr>
        <p:sp>
          <p:nvSpPr>
            <p:cNvPr id="14" name="矩形">
              <a:extLst>
                <a:ext uri="{FF2B5EF4-FFF2-40B4-BE49-F238E27FC236}">
                  <a16:creationId xmlns:a16="http://schemas.microsoft.com/office/drawing/2014/main" xmlns="" id="{9D12C0D3-B366-1864-B7C7-05C6882668F5}"/>
                </a:ext>
              </a:extLst>
            </p:cNvPr>
            <p:cNvSpPr/>
            <p:nvPr/>
          </p:nvSpPr>
          <p:spPr>
            <a:xfrm>
              <a:off x="-2" y="-1"/>
              <a:ext cx="1178656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" name="醫療健康">
              <a:extLst>
                <a:ext uri="{FF2B5EF4-FFF2-40B4-BE49-F238E27FC236}">
                  <a16:creationId xmlns:a16="http://schemas.microsoft.com/office/drawing/2014/main" xmlns="" id="{F5CF93FC-3C84-1AA2-C15D-7A10D1878C5B}"/>
                </a:ext>
              </a:extLst>
            </p:cNvPr>
            <p:cNvSpPr txBox="1"/>
            <p:nvPr/>
          </p:nvSpPr>
          <p:spPr>
            <a:xfrm>
              <a:off x="54526" y="7185"/>
              <a:ext cx="1069601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醫療健康</a:t>
              </a:r>
            </a:p>
          </p:txBody>
        </p:sp>
      </p:grpSp>
      <p:grpSp>
        <p:nvGrpSpPr>
          <p:cNvPr id="16" name="矩形 2">
            <a:extLst>
              <a:ext uri="{FF2B5EF4-FFF2-40B4-BE49-F238E27FC236}">
                <a16:creationId xmlns:a16="http://schemas.microsoft.com/office/drawing/2014/main" xmlns="" id="{E36532E3-06CB-6256-CEAE-03233547F4FB}"/>
              </a:ext>
            </a:extLst>
          </p:cNvPr>
          <p:cNvGrpSpPr/>
          <p:nvPr/>
        </p:nvGrpSpPr>
        <p:grpSpPr>
          <a:xfrm>
            <a:off x="6728750" y="5831987"/>
            <a:ext cx="1178659" cy="383780"/>
            <a:chOff x="-1" y="0"/>
            <a:chExt cx="1178657" cy="383778"/>
          </a:xfrm>
        </p:grpSpPr>
        <p:sp>
          <p:nvSpPr>
            <p:cNvPr id="17" name="矩形">
              <a:extLst>
                <a:ext uri="{FF2B5EF4-FFF2-40B4-BE49-F238E27FC236}">
                  <a16:creationId xmlns:a16="http://schemas.microsoft.com/office/drawing/2014/main" xmlns="" id="{2AC36A8F-B16F-8E8C-0EDC-1AFEA896E0D9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8" name="食品餐飲">
              <a:extLst>
                <a:ext uri="{FF2B5EF4-FFF2-40B4-BE49-F238E27FC236}">
                  <a16:creationId xmlns:a16="http://schemas.microsoft.com/office/drawing/2014/main" xmlns="" id="{DF4543CD-11F2-22CE-1A53-24DBE70CDE10}"/>
                </a:ext>
              </a:extLst>
            </p:cNvPr>
            <p:cNvSpPr txBox="1"/>
            <p:nvPr/>
          </p:nvSpPr>
          <p:spPr>
            <a:xfrm>
              <a:off x="54528" y="7185"/>
              <a:ext cx="1069603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食品餐飲</a:t>
              </a:r>
            </a:p>
          </p:txBody>
        </p:sp>
      </p:grpSp>
      <p:grpSp>
        <p:nvGrpSpPr>
          <p:cNvPr id="19" name="矩形 2">
            <a:extLst>
              <a:ext uri="{FF2B5EF4-FFF2-40B4-BE49-F238E27FC236}">
                <a16:creationId xmlns:a16="http://schemas.microsoft.com/office/drawing/2014/main" xmlns="" id="{D1AC1ED6-DA3D-795A-B487-485A1CFCE0F1}"/>
              </a:ext>
            </a:extLst>
          </p:cNvPr>
          <p:cNvGrpSpPr/>
          <p:nvPr/>
        </p:nvGrpSpPr>
        <p:grpSpPr>
          <a:xfrm>
            <a:off x="7965711" y="5831987"/>
            <a:ext cx="1178659" cy="383780"/>
            <a:chOff x="-1" y="0"/>
            <a:chExt cx="1178657" cy="383778"/>
          </a:xfrm>
        </p:grpSpPr>
        <p:sp>
          <p:nvSpPr>
            <p:cNvPr id="20" name="矩形">
              <a:extLst>
                <a:ext uri="{FF2B5EF4-FFF2-40B4-BE49-F238E27FC236}">
                  <a16:creationId xmlns:a16="http://schemas.microsoft.com/office/drawing/2014/main" xmlns="" id="{374F9E01-9666-70B5-1726-22E3F7A3F79D}"/>
                </a:ext>
              </a:extLst>
            </p:cNvPr>
            <p:cNvSpPr/>
            <p:nvPr/>
          </p:nvSpPr>
          <p:spPr>
            <a:xfrm>
              <a:off x="-2" y="-1"/>
              <a:ext cx="1178659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1" name="時尚生活">
              <a:extLst>
                <a:ext uri="{FF2B5EF4-FFF2-40B4-BE49-F238E27FC236}">
                  <a16:creationId xmlns:a16="http://schemas.microsoft.com/office/drawing/2014/main" xmlns="" id="{14475685-DEB0-11B7-4666-781CD69C5AAA}"/>
                </a:ext>
              </a:extLst>
            </p:cNvPr>
            <p:cNvSpPr txBox="1"/>
            <p:nvPr/>
          </p:nvSpPr>
          <p:spPr>
            <a:xfrm>
              <a:off x="54529" y="7185"/>
              <a:ext cx="1069602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時尚生活</a:t>
              </a:r>
            </a:p>
          </p:txBody>
        </p:sp>
      </p:grpSp>
      <p:grpSp>
        <p:nvGrpSpPr>
          <p:cNvPr id="22" name="矩形 2">
            <a:extLst>
              <a:ext uri="{FF2B5EF4-FFF2-40B4-BE49-F238E27FC236}">
                <a16:creationId xmlns:a16="http://schemas.microsoft.com/office/drawing/2014/main" xmlns="" id="{D57A40FB-9FD5-AF5C-B247-9D45094F0ACC}"/>
              </a:ext>
            </a:extLst>
          </p:cNvPr>
          <p:cNvGrpSpPr/>
          <p:nvPr/>
        </p:nvGrpSpPr>
        <p:grpSpPr>
          <a:xfrm>
            <a:off x="9203030" y="5831987"/>
            <a:ext cx="1456576" cy="383780"/>
            <a:chOff x="0" y="0"/>
            <a:chExt cx="1456574" cy="383778"/>
          </a:xfrm>
        </p:grpSpPr>
        <p:sp>
          <p:nvSpPr>
            <p:cNvPr id="23" name="矩形">
              <a:extLst>
                <a:ext uri="{FF2B5EF4-FFF2-40B4-BE49-F238E27FC236}">
                  <a16:creationId xmlns:a16="http://schemas.microsoft.com/office/drawing/2014/main" xmlns="" id="{D5FDBC8C-7C5A-7DCD-F277-4A74DC67413C}"/>
                </a:ext>
              </a:extLst>
            </p:cNvPr>
            <p:cNvSpPr/>
            <p:nvPr/>
          </p:nvSpPr>
          <p:spPr>
            <a:xfrm>
              <a:off x="-1" y="-1"/>
              <a:ext cx="1456575" cy="383780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4" name="商品規劃包裝">
              <a:extLst>
                <a:ext uri="{FF2B5EF4-FFF2-40B4-BE49-F238E27FC236}">
                  <a16:creationId xmlns:a16="http://schemas.microsoft.com/office/drawing/2014/main" xmlns="" id="{69932356-4EBD-8211-99F8-1862A49945BF}"/>
                </a:ext>
              </a:extLst>
            </p:cNvPr>
            <p:cNvSpPr txBox="1"/>
            <p:nvPr/>
          </p:nvSpPr>
          <p:spPr>
            <a:xfrm>
              <a:off x="54525" y="7185"/>
              <a:ext cx="1347524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商品規劃包裝</a:t>
              </a:r>
            </a:p>
          </p:txBody>
        </p:sp>
      </p:grpSp>
      <p:grpSp>
        <p:nvGrpSpPr>
          <p:cNvPr id="25" name="矩形 2">
            <a:extLst>
              <a:ext uri="{FF2B5EF4-FFF2-40B4-BE49-F238E27FC236}">
                <a16:creationId xmlns:a16="http://schemas.microsoft.com/office/drawing/2014/main" xmlns="" id="{86D65167-FCDD-6DA3-150E-9B2E76978415}"/>
              </a:ext>
            </a:extLst>
          </p:cNvPr>
          <p:cNvGrpSpPr/>
          <p:nvPr/>
        </p:nvGrpSpPr>
        <p:grpSpPr>
          <a:xfrm>
            <a:off x="10708909" y="5831987"/>
            <a:ext cx="1384577" cy="383780"/>
            <a:chOff x="-1" y="0"/>
            <a:chExt cx="1384576" cy="383778"/>
          </a:xfrm>
        </p:grpSpPr>
        <p:sp>
          <p:nvSpPr>
            <p:cNvPr id="26" name="矩形">
              <a:extLst>
                <a:ext uri="{FF2B5EF4-FFF2-40B4-BE49-F238E27FC236}">
                  <a16:creationId xmlns:a16="http://schemas.microsoft.com/office/drawing/2014/main" xmlns="" id="{17F8C02D-C443-33B9-8F9D-9CBE3C9CFCA0}"/>
                </a:ext>
              </a:extLst>
            </p:cNvPr>
            <p:cNvSpPr/>
            <p:nvPr/>
          </p:nvSpPr>
          <p:spPr>
            <a:xfrm>
              <a:off x="-2" y="-1"/>
              <a:ext cx="1384577" cy="383780"/>
            </a:xfrm>
            <a:prstGeom prst="rect">
              <a:avLst/>
            </a:prstGeom>
            <a:solidFill>
              <a:srgbClr val="00B05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7" name="參訪來賓">
              <a:extLst>
                <a:ext uri="{FF2B5EF4-FFF2-40B4-BE49-F238E27FC236}">
                  <a16:creationId xmlns:a16="http://schemas.microsoft.com/office/drawing/2014/main" xmlns="" id="{AE141260-B956-1BD4-55F8-93AE6D1B1222}"/>
                </a:ext>
              </a:extLst>
            </p:cNvPr>
            <p:cNvSpPr txBox="1"/>
            <p:nvPr/>
          </p:nvSpPr>
          <p:spPr>
            <a:xfrm>
              <a:off x="45002" y="7185"/>
              <a:ext cx="1294575" cy="369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t>參訪來賓</a:t>
              </a:r>
            </a:p>
          </p:txBody>
        </p:sp>
      </p:grpSp>
      <p:grpSp>
        <p:nvGrpSpPr>
          <p:cNvPr id="28" name="矩形: 圓角 19">
            <a:extLst>
              <a:ext uri="{FF2B5EF4-FFF2-40B4-BE49-F238E27FC236}">
                <a16:creationId xmlns:a16="http://schemas.microsoft.com/office/drawing/2014/main" xmlns="" id="{80EC3EEC-320C-48F5-19EA-EDFBFD775664}"/>
              </a:ext>
            </a:extLst>
          </p:cNvPr>
          <p:cNvGrpSpPr/>
          <p:nvPr/>
        </p:nvGrpSpPr>
        <p:grpSpPr>
          <a:xfrm>
            <a:off x="3773055" y="1822260"/>
            <a:ext cx="2431568" cy="970750"/>
            <a:chOff x="0" y="0"/>
            <a:chExt cx="2431566" cy="970748"/>
          </a:xfrm>
        </p:grpSpPr>
        <p:sp>
          <p:nvSpPr>
            <p:cNvPr id="29" name="圓角矩形">
              <a:extLst>
                <a:ext uri="{FF2B5EF4-FFF2-40B4-BE49-F238E27FC236}">
                  <a16:creationId xmlns:a16="http://schemas.microsoft.com/office/drawing/2014/main" xmlns="" id="{3A345DC8-D17A-6BB1-00B0-5F7F5785ABFD}"/>
                </a:ext>
              </a:extLst>
            </p:cNvPr>
            <p:cNvSpPr/>
            <p:nvPr/>
          </p:nvSpPr>
          <p:spPr>
            <a:xfrm>
              <a:off x="-1" y="-1"/>
              <a:ext cx="2431567" cy="970749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0" name="公司名稱…">
              <a:extLst>
                <a:ext uri="{FF2B5EF4-FFF2-40B4-BE49-F238E27FC236}">
                  <a16:creationId xmlns:a16="http://schemas.microsoft.com/office/drawing/2014/main" xmlns="" id="{640E4531-6A68-617A-5143-02C5B623F5CF}"/>
                </a:ext>
              </a:extLst>
            </p:cNvPr>
            <p:cNvSpPr txBox="1"/>
            <p:nvPr/>
          </p:nvSpPr>
          <p:spPr>
            <a:xfrm>
              <a:off x="88351" y="59369"/>
              <a:ext cx="2254860" cy="8519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r>
                <a:rPr dirty="0" err="1"/>
                <a:t>公司名稱</a:t>
              </a:r>
              <a:endParaRPr dirty="0"/>
            </a:p>
            <a:p>
              <a: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r>
                <a:rPr dirty="0" err="1"/>
                <a:t>職務名稱</a:t>
              </a:r>
              <a:endParaRPr dirty="0"/>
            </a:p>
          </p:txBody>
        </p:sp>
      </p:grpSp>
      <p:grpSp>
        <p:nvGrpSpPr>
          <p:cNvPr id="31" name="矩形: 圓角 25">
            <a:extLst>
              <a:ext uri="{FF2B5EF4-FFF2-40B4-BE49-F238E27FC236}">
                <a16:creationId xmlns:a16="http://schemas.microsoft.com/office/drawing/2014/main" xmlns="" id="{DE62D0C2-76AA-F83C-C1F7-A1497EF6171F}"/>
              </a:ext>
            </a:extLst>
          </p:cNvPr>
          <p:cNvGrpSpPr/>
          <p:nvPr/>
        </p:nvGrpSpPr>
        <p:grpSpPr>
          <a:xfrm>
            <a:off x="3782098" y="2818471"/>
            <a:ext cx="2413481" cy="963529"/>
            <a:chOff x="0" y="-1"/>
            <a:chExt cx="2413480" cy="963528"/>
          </a:xfrm>
        </p:grpSpPr>
        <p:sp>
          <p:nvSpPr>
            <p:cNvPr id="32" name="圓角矩形">
              <a:extLst>
                <a:ext uri="{FF2B5EF4-FFF2-40B4-BE49-F238E27FC236}">
                  <a16:creationId xmlns:a16="http://schemas.microsoft.com/office/drawing/2014/main" xmlns="" id="{33F9D984-0491-C7AE-94B6-008944DB26A6}"/>
                </a:ext>
              </a:extLst>
            </p:cNvPr>
            <p:cNvSpPr/>
            <p:nvPr/>
          </p:nvSpPr>
          <p:spPr>
            <a:xfrm>
              <a:off x="-1" y="-2"/>
              <a:ext cx="2413481" cy="963530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3" name="服務項目">
              <a:extLst>
                <a:ext uri="{FF2B5EF4-FFF2-40B4-BE49-F238E27FC236}">
                  <a16:creationId xmlns:a16="http://schemas.microsoft.com/office/drawing/2014/main" xmlns="" id="{51876C5B-1C19-2987-7D9A-D2B2E9C25AED}"/>
                </a:ext>
              </a:extLst>
            </p:cNvPr>
            <p:cNvSpPr txBox="1"/>
            <p:nvPr/>
          </p:nvSpPr>
          <p:spPr>
            <a:xfrm>
              <a:off x="88345" y="245538"/>
              <a:ext cx="2236788" cy="472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2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服務項目</a:t>
              </a:r>
            </a:p>
          </p:txBody>
        </p:sp>
      </p:grpSp>
      <p:grpSp>
        <p:nvGrpSpPr>
          <p:cNvPr id="34" name="矩形: 圓角 26">
            <a:extLst>
              <a:ext uri="{FF2B5EF4-FFF2-40B4-BE49-F238E27FC236}">
                <a16:creationId xmlns:a16="http://schemas.microsoft.com/office/drawing/2014/main" xmlns="" id="{D73FE79E-F307-118F-A738-2A317BB9BD45}"/>
              </a:ext>
            </a:extLst>
          </p:cNvPr>
          <p:cNvGrpSpPr/>
          <p:nvPr/>
        </p:nvGrpSpPr>
        <p:grpSpPr>
          <a:xfrm>
            <a:off x="3812665" y="3815705"/>
            <a:ext cx="2413481" cy="963530"/>
            <a:chOff x="-1" y="-1"/>
            <a:chExt cx="2413480" cy="963528"/>
          </a:xfrm>
        </p:grpSpPr>
        <p:sp>
          <p:nvSpPr>
            <p:cNvPr id="35" name="圓角矩形">
              <a:extLst>
                <a:ext uri="{FF2B5EF4-FFF2-40B4-BE49-F238E27FC236}">
                  <a16:creationId xmlns:a16="http://schemas.microsoft.com/office/drawing/2014/main" xmlns="" id="{89803A57-7F08-979B-D3F4-4D030A083EBE}"/>
                </a:ext>
              </a:extLst>
            </p:cNvPr>
            <p:cNvSpPr/>
            <p:nvPr/>
          </p:nvSpPr>
          <p:spPr>
            <a:xfrm>
              <a:off x="-2" y="-2"/>
              <a:ext cx="2413482" cy="963530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36" name="需要引薦">
              <a:extLst>
                <a:ext uri="{FF2B5EF4-FFF2-40B4-BE49-F238E27FC236}">
                  <a16:creationId xmlns:a16="http://schemas.microsoft.com/office/drawing/2014/main" xmlns="" id="{3541D158-AB5C-C676-2D18-E5CA5F36210E}"/>
                </a:ext>
              </a:extLst>
            </p:cNvPr>
            <p:cNvSpPr txBox="1"/>
            <p:nvPr/>
          </p:nvSpPr>
          <p:spPr>
            <a:xfrm>
              <a:off x="88345" y="226489"/>
              <a:ext cx="2236786" cy="510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需要引薦</a:t>
              </a:r>
            </a:p>
          </p:txBody>
        </p:sp>
      </p:grpSp>
      <p:sp>
        <p:nvSpPr>
          <p:cNvPr id="37" name="直線單箭頭接點 29">
            <a:extLst>
              <a:ext uri="{FF2B5EF4-FFF2-40B4-BE49-F238E27FC236}">
                <a16:creationId xmlns:a16="http://schemas.microsoft.com/office/drawing/2014/main" xmlns="" id="{07C57310-FFF6-C651-5D94-70282D6C3896}"/>
              </a:ext>
            </a:extLst>
          </p:cNvPr>
          <p:cNvSpPr/>
          <p:nvPr/>
        </p:nvSpPr>
        <p:spPr>
          <a:xfrm>
            <a:off x="5976798" y="4770054"/>
            <a:ext cx="5486911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8" name="文字方塊 1">
            <a:extLst>
              <a:ext uri="{FF2B5EF4-FFF2-40B4-BE49-F238E27FC236}">
                <a16:creationId xmlns:a16="http://schemas.microsoft.com/office/drawing/2014/main" xmlns="" id="{887A8847-F8A4-EF01-BF17-C95818EA43C6}"/>
              </a:ext>
            </a:extLst>
          </p:cNvPr>
          <p:cNvSpPr txBox="1"/>
          <p:nvPr/>
        </p:nvSpPr>
        <p:spPr>
          <a:xfrm>
            <a:off x="6281783" y="1993953"/>
            <a:ext cx="5658163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28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rPr lang="zh-TW" altLang="en-US" dirty="0"/>
              <a:t>{{CT16}}</a:t>
            </a:r>
            <a:endParaRPr dirty="0"/>
          </a:p>
        </p:txBody>
      </p:sp>
      <p:sp>
        <p:nvSpPr>
          <p:cNvPr id="39" name="文字方塊 1">
            <a:extLst>
              <a:ext uri="{FF2B5EF4-FFF2-40B4-BE49-F238E27FC236}">
                <a16:creationId xmlns:a16="http://schemas.microsoft.com/office/drawing/2014/main" xmlns="" id="{C159DF6A-F09F-E92B-F80F-BD57032004B2}"/>
              </a:ext>
            </a:extLst>
          </p:cNvPr>
          <p:cNvSpPr txBox="1"/>
          <p:nvPr/>
        </p:nvSpPr>
        <p:spPr>
          <a:xfrm>
            <a:off x="6123439" y="3754389"/>
            <a:ext cx="6137395" cy="460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>
            <a:lvl1pPr defTabSz="1219318">
              <a:defRPr sz="24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endParaRPr lang="zh-TW" altLang="en-US" dirty="0"/>
          </a:p>
        </p:txBody>
      </p:sp>
      <p:sp>
        <p:nvSpPr>
          <p:cNvPr id="40" name="直線單箭頭接點 29">
            <a:extLst>
              <a:ext uri="{FF2B5EF4-FFF2-40B4-BE49-F238E27FC236}">
                <a16:creationId xmlns:a16="http://schemas.microsoft.com/office/drawing/2014/main" xmlns="" id="{FD581968-7466-9E82-1A34-FB54CA1DE996}"/>
              </a:ext>
            </a:extLst>
          </p:cNvPr>
          <p:cNvSpPr/>
          <p:nvPr/>
        </p:nvSpPr>
        <p:spPr>
          <a:xfrm>
            <a:off x="5811585" y="3739640"/>
            <a:ext cx="5486910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1" name="直線單箭頭接點 29">
            <a:extLst>
              <a:ext uri="{FF2B5EF4-FFF2-40B4-BE49-F238E27FC236}">
                <a16:creationId xmlns:a16="http://schemas.microsoft.com/office/drawing/2014/main" xmlns="" id="{3215EE6C-AB6B-F464-7BB7-3378156EE67E}"/>
              </a:ext>
            </a:extLst>
          </p:cNvPr>
          <p:cNvSpPr/>
          <p:nvPr/>
        </p:nvSpPr>
        <p:spPr>
          <a:xfrm>
            <a:off x="5701296" y="2715420"/>
            <a:ext cx="5486910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grpSp>
        <p:nvGrpSpPr>
          <p:cNvPr id="42" name="矩形: 圆角 10">
            <a:extLst>
              <a:ext uri="{FF2B5EF4-FFF2-40B4-BE49-F238E27FC236}">
                <a16:creationId xmlns:a16="http://schemas.microsoft.com/office/drawing/2014/main" xmlns="" id="{F5BEFD9A-27E7-E95C-2FFC-8706CAEA0A23}"/>
              </a:ext>
            </a:extLst>
          </p:cNvPr>
          <p:cNvGrpSpPr/>
          <p:nvPr/>
        </p:nvGrpSpPr>
        <p:grpSpPr>
          <a:xfrm>
            <a:off x="1034272" y="4946209"/>
            <a:ext cx="1906943" cy="746741"/>
            <a:chOff x="0" y="15261"/>
            <a:chExt cx="1906941" cy="746739"/>
          </a:xfrm>
        </p:grpSpPr>
        <p:sp>
          <p:nvSpPr>
            <p:cNvPr id="43" name="圓角矩形">
              <a:extLst>
                <a:ext uri="{FF2B5EF4-FFF2-40B4-BE49-F238E27FC236}">
                  <a16:creationId xmlns:a16="http://schemas.microsoft.com/office/drawing/2014/main" xmlns="" id="{9DBFD8BE-FD0B-A5F9-2B4D-E422CBBA673C}"/>
                </a:ext>
              </a:extLst>
            </p:cNvPr>
            <p:cNvSpPr/>
            <p:nvPr/>
          </p:nvSpPr>
          <p:spPr>
            <a:xfrm>
              <a:off x="0" y="15261"/>
              <a:ext cx="1906941" cy="746739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8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44" name="葉芯寧">
              <a:extLst>
                <a:ext uri="{FF2B5EF4-FFF2-40B4-BE49-F238E27FC236}">
                  <a16:creationId xmlns:a16="http://schemas.microsoft.com/office/drawing/2014/main" xmlns="" id="{8265EFF4-6D12-1913-114A-E3EC7358C154}"/>
                </a:ext>
              </a:extLst>
            </p:cNvPr>
            <p:cNvSpPr txBox="1"/>
            <p:nvPr/>
          </p:nvSpPr>
          <p:spPr>
            <a:xfrm>
              <a:off x="112545" y="18284"/>
              <a:ext cx="1681849" cy="7078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39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rPr lang="zh-TW" altLang="en-US" sz="4000" dirty="0"/>
                <a:t>{{NAME16}}</a:t>
              </a:r>
              <a:endParaRPr lang="en-US" altLang="zh-TW" dirty="0"/>
            </a:p>
          </p:txBody>
        </p:sp>
      </p:grpSp>
      <p:grpSp>
        <p:nvGrpSpPr>
          <p:cNvPr id="45" name="矩形: 圓角 26">
            <a:extLst>
              <a:ext uri="{FF2B5EF4-FFF2-40B4-BE49-F238E27FC236}">
                <a16:creationId xmlns:a16="http://schemas.microsoft.com/office/drawing/2014/main" xmlns="" id="{5FCE554C-55C4-EE72-314A-F6C023034063}"/>
              </a:ext>
            </a:extLst>
          </p:cNvPr>
          <p:cNvGrpSpPr/>
          <p:nvPr/>
        </p:nvGrpSpPr>
        <p:grpSpPr>
          <a:xfrm>
            <a:off x="3812665" y="4806993"/>
            <a:ext cx="2414601" cy="963977"/>
            <a:chOff x="0" y="0"/>
            <a:chExt cx="2414599" cy="963975"/>
          </a:xfrm>
        </p:grpSpPr>
        <p:sp>
          <p:nvSpPr>
            <p:cNvPr id="46" name="圓角矩形">
              <a:extLst>
                <a:ext uri="{FF2B5EF4-FFF2-40B4-BE49-F238E27FC236}">
                  <a16:creationId xmlns:a16="http://schemas.microsoft.com/office/drawing/2014/main" xmlns="" id="{E1F597C1-F40E-8D03-4BD1-943D2E892BC9}"/>
                </a:ext>
              </a:extLst>
            </p:cNvPr>
            <p:cNvSpPr/>
            <p:nvPr/>
          </p:nvSpPr>
          <p:spPr>
            <a:xfrm>
              <a:off x="-1" y="-1"/>
              <a:ext cx="2414600" cy="963976"/>
            </a:xfrm>
            <a:prstGeom prst="roundRect">
              <a:avLst>
                <a:gd name="adj" fmla="val 16667"/>
              </a:avLst>
            </a:prstGeom>
            <a:solidFill>
              <a:srgbClr val="CF20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pPr>
              <a:endParaRPr/>
            </a:p>
          </p:txBody>
        </p:sp>
        <p:sp>
          <p:nvSpPr>
            <p:cNvPr id="47" name="需要引薦">
              <a:extLst>
                <a:ext uri="{FF2B5EF4-FFF2-40B4-BE49-F238E27FC236}">
                  <a16:creationId xmlns:a16="http://schemas.microsoft.com/office/drawing/2014/main" xmlns="" id="{E8B5C587-E8C0-EECB-99D3-8617816B1FF0}"/>
                </a:ext>
              </a:extLst>
            </p:cNvPr>
            <p:cNvSpPr txBox="1"/>
            <p:nvPr/>
          </p:nvSpPr>
          <p:spPr>
            <a:xfrm>
              <a:off x="88386" y="226712"/>
              <a:ext cx="2237825" cy="510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2400" b="1">
                  <a:solidFill>
                    <a:srgbClr val="FFFFFF"/>
                  </a:solidFill>
                  <a:latin typeface="微軟正黑體"/>
                  <a:ea typeface="微軟正黑體"/>
                  <a:cs typeface="微軟正黑體"/>
                  <a:sym typeface="微軟正黑體"/>
                </a:defRPr>
              </a:lvl1pPr>
            </a:lstStyle>
            <a:p>
              <a:r>
                <a:t>引薦人</a:t>
              </a:r>
            </a:p>
          </p:txBody>
        </p:sp>
      </p:grpSp>
      <p:sp>
        <p:nvSpPr>
          <p:cNvPr id="48" name="直線單箭頭接點 29">
            <a:extLst>
              <a:ext uri="{FF2B5EF4-FFF2-40B4-BE49-F238E27FC236}">
                <a16:creationId xmlns:a16="http://schemas.microsoft.com/office/drawing/2014/main" xmlns="" id="{F0E96812-3620-8D16-72ED-F2977DE4A1EF}"/>
              </a:ext>
            </a:extLst>
          </p:cNvPr>
          <p:cNvSpPr/>
          <p:nvPr/>
        </p:nvSpPr>
        <p:spPr>
          <a:xfrm>
            <a:off x="6072449" y="5647117"/>
            <a:ext cx="5486911" cy="18363"/>
          </a:xfrm>
          <a:prstGeom prst="line">
            <a:avLst/>
          </a:prstGeom>
          <a:ln>
            <a:solidFill>
              <a:srgbClr val="CF203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9" name="文字方塊 1">
            <a:extLst>
              <a:ext uri="{FF2B5EF4-FFF2-40B4-BE49-F238E27FC236}">
                <a16:creationId xmlns:a16="http://schemas.microsoft.com/office/drawing/2014/main" xmlns="" id="{745AD719-865E-C14C-C28F-A1313298D68A}"/>
              </a:ext>
            </a:extLst>
          </p:cNvPr>
          <p:cNvSpPr txBox="1"/>
          <p:nvPr/>
        </p:nvSpPr>
        <p:spPr>
          <a:xfrm>
            <a:off x="6401439" y="4930100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rPr lang="zh-TW" altLang="en-US" sz="2800" dirty="0"/>
              <a:t>{{INVITER16}}</a:t>
            </a:r>
            <a:endParaRPr lang="zh-TW" altLang="en-US" sz="2800" dirty="0"/>
          </a:p>
        </p:txBody>
      </p:sp>
      <p:grpSp>
        <p:nvGrpSpPr>
          <p:cNvPr id="51" name="群組 25">
            <a:extLst>
              <a:ext uri="{FF2B5EF4-FFF2-40B4-BE49-F238E27FC236}">
                <a16:creationId xmlns:a16="http://schemas.microsoft.com/office/drawing/2014/main" xmlns="" id="{1A7F0755-2ADD-2AB0-9B2C-2F3507CBA336}"/>
              </a:ext>
            </a:extLst>
          </p:cNvPr>
          <p:cNvGrpSpPr/>
          <p:nvPr/>
        </p:nvGrpSpPr>
        <p:grpSpPr>
          <a:xfrm>
            <a:off x="786585" y="178907"/>
            <a:ext cx="10404389" cy="1535422"/>
            <a:chOff x="-2" y="-1"/>
            <a:chExt cx="10404387" cy="1535420"/>
          </a:xfrm>
        </p:grpSpPr>
        <p:sp>
          <p:nvSpPr>
            <p:cNvPr id="52" name="平行四邊形 26">
              <a:extLst>
                <a:ext uri="{FF2B5EF4-FFF2-40B4-BE49-F238E27FC236}">
                  <a16:creationId xmlns:a16="http://schemas.microsoft.com/office/drawing/2014/main" xmlns="" id="{16C039E2-863E-5043-2DB9-AD7E0642FFBF}"/>
                </a:ext>
              </a:extLst>
            </p:cNvPr>
            <p:cNvSpPr/>
            <p:nvPr/>
          </p:nvSpPr>
          <p:spPr>
            <a:xfrm>
              <a:off x="479877" y="191883"/>
              <a:ext cx="9358943" cy="134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775" y="0"/>
                  </a:lnTo>
                  <a:lnTo>
                    <a:pt x="21600" y="0"/>
                  </a:lnTo>
                  <a:lnTo>
                    <a:pt x="20825" y="21600"/>
                  </a:lnTo>
                  <a:close/>
                </a:path>
              </a:pathLst>
            </a:custGeom>
            <a:solidFill>
              <a:srgbClr val="C7C7C7"/>
            </a:solidFill>
            <a:ln w="12700" cap="flat">
              <a:noFill/>
              <a:miter lim="400000"/>
            </a:ln>
            <a:effectLst>
              <a:outerShdw blurRad="76200" dist="37674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19318">
                <a:defRPr sz="24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pPr>
              <a:endParaRPr/>
            </a:p>
          </p:txBody>
        </p:sp>
        <p:sp>
          <p:nvSpPr>
            <p:cNvPr id="53" name="平行四邊形 27">
              <a:extLst>
                <a:ext uri="{FF2B5EF4-FFF2-40B4-BE49-F238E27FC236}">
                  <a16:creationId xmlns:a16="http://schemas.microsoft.com/office/drawing/2014/main" xmlns="" id="{8F0D1D4E-E2AF-B19C-4ECC-4F75921D8D2E}"/>
                </a:ext>
              </a:extLst>
            </p:cNvPr>
            <p:cNvSpPr/>
            <p:nvPr/>
          </p:nvSpPr>
          <p:spPr>
            <a:xfrm>
              <a:off x="-2" y="-1"/>
              <a:ext cx="9024141" cy="134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804" y="0"/>
                  </a:lnTo>
                  <a:lnTo>
                    <a:pt x="21600" y="0"/>
                  </a:lnTo>
                  <a:lnTo>
                    <a:pt x="20796" y="21600"/>
                  </a:lnTo>
                  <a:close/>
                </a:path>
              </a:pathLst>
            </a:custGeom>
            <a:solidFill>
              <a:srgbClr val="CF2031"/>
            </a:solidFill>
            <a:ln w="19050" cap="flat">
              <a:solidFill>
                <a:srgbClr val="CF2031"/>
              </a:solidFill>
              <a:prstDash val="solid"/>
              <a:miter lim="800000"/>
            </a:ln>
            <a:effectLst>
              <a:outerShdw blurRad="76200" dist="37674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19318">
                <a:defRPr sz="24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pPr>
              <a:endParaRPr/>
            </a:p>
          </p:txBody>
        </p:sp>
        <p:sp>
          <p:nvSpPr>
            <p:cNvPr id="54" name="矩形 29">
              <a:extLst>
                <a:ext uri="{FF2B5EF4-FFF2-40B4-BE49-F238E27FC236}">
                  <a16:creationId xmlns:a16="http://schemas.microsoft.com/office/drawing/2014/main" xmlns="" id="{F39CA52A-F7DB-1697-D678-D81663012D45}"/>
                </a:ext>
              </a:extLst>
            </p:cNvPr>
            <p:cNvSpPr txBox="1"/>
            <p:nvPr/>
          </p:nvSpPr>
          <p:spPr>
            <a:xfrm>
              <a:off x="1119243" y="864008"/>
              <a:ext cx="6725891" cy="3312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>
              <a:lvl1pPr defTabSz="1219318">
                <a:defRPr sz="16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r>
                <a:t>WELCOME VISITORS</a:t>
              </a:r>
            </a:p>
          </p:txBody>
        </p:sp>
        <p:grpSp>
          <p:nvGrpSpPr>
            <p:cNvPr id="55" name="橢圓 30">
              <a:extLst>
                <a:ext uri="{FF2B5EF4-FFF2-40B4-BE49-F238E27FC236}">
                  <a16:creationId xmlns:a16="http://schemas.microsoft.com/office/drawing/2014/main" xmlns="" id="{6EB71EE6-6735-14B0-DA9A-EC355F55C01C}"/>
                </a:ext>
              </a:extLst>
            </p:cNvPr>
            <p:cNvGrpSpPr/>
            <p:nvPr/>
          </p:nvGrpSpPr>
          <p:grpSpPr>
            <a:xfrm>
              <a:off x="9169203" y="54000"/>
              <a:ext cx="1235182" cy="1235186"/>
              <a:chOff x="-2" y="-2"/>
              <a:chExt cx="1235181" cy="1235185"/>
            </a:xfrm>
          </p:grpSpPr>
          <p:sp>
            <p:nvSpPr>
              <p:cNvPr id="57" name="圓形">
                <a:extLst>
                  <a:ext uri="{FF2B5EF4-FFF2-40B4-BE49-F238E27FC236}">
                    <a16:creationId xmlns:a16="http://schemas.microsoft.com/office/drawing/2014/main" xmlns="" id="{DC44ACC2-811F-68B6-63B7-C25695ABCC2D}"/>
                  </a:ext>
                </a:extLst>
              </p:cNvPr>
              <p:cNvSpPr/>
              <p:nvPr/>
            </p:nvSpPr>
            <p:spPr>
              <a:xfrm>
                <a:off x="-2" y="-2"/>
                <a:ext cx="1235181" cy="1235185"/>
              </a:xfrm>
              <a:prstGeom prst="ellipse">
                <a:avLst/>
              </a:prstGeom>
              <a:solidFill>
                <a:srgbClr val="CF2031"/>
              </a:solidFill>
              <a:ln w="19050" cap="flat">
                <a:solidFill>
                  <a:srgbClr val="CF2031"/>
                </a:solidFill>
                <a:prstDash val="solid"/>
                <a:miter lim="800000"/>
              </a:ln>
              <a:effectLst>
                <a:outerShdw blurRad="76200" dist="37674" dir="2700000" rotWithShape="0">
                  <a:srgbClr val="000000">
                    <a:alpha val="40000"/>
                  </a:srgbClr>
                </a:outerShdw>
              </a:effectLst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1219318">
                  <a:defRPr sz="3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58" name="02">
                <a:extLst>
                  <a:ext uri="{FF2B5EF4-FFF2-40B4-BE49-F238E27FC236}">
                    <a16:creationId xmlns:a16="http://schemas.microsoft.com/office/drawing/2014/main" xmlns="" id="{BFB696E0-8564-5B33-0B38-FC844FD37BCA}"/>
                  </a:ext>
                </a:extLst>
              </p:cNvPr>
              <p:cNvSpPr txBox="1"/>
              <p:nvPr/>
            </p:nvSpPr>
            <p:spPr>
              <a:xfrm>
                <a:off x="235412" y="325921"/>
                <a:ext cx="764352" cy="58331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4999" tIns="44999" rIns="44999" bIns="44999" numCol="1" anchor="ctr">
                <a:spAutoFit/>
              </a:bodyPr>
              <a:lstStyle>
                <a:lvl1pPr algn="ctr" defTabSz="1219318">
                  <a:defRPr sz="3200" b="1">
                    <a:solidFill>
                      <a:srgbClr val="FFFFFF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defRPr>
                </a:lvl1pPr>
              </a:lstStyle>
              <a:p>
                <a:r>
                  <a:rPr smtClean="0"/>
                  <a:t>6</a:t>
                </a:r>
                <a:r>
                  <a:rPr lang="en-US" smtClean="0"/>
                  <a:t>1</a:t>
                </a:r>
              </a:p>
            </p:txBody>
          </p:sp>
        </p:grpSp>
        <p:sp>
          <p:nvSpPr>
            <p:cNvPr id="56" name="文字方塊 28">
              <a:extLst>
                <a:ext uri="{FF2B5EF4-FFF2-40B4-BE49-F238E27FC236}">
                  <a16:creationId xmlns:a16="http://schemas.microsoft.com/office/drawing/2014/main" xmlns="" id="{FDEB0F6B-5468-4333-0783-0B70F0A918F9}"/>
                </a:ext>
              </a:extLst>
            </p:cNvPr>
            <p:cNvSpPr txBox="1"/>
            <p:nvPr/>
          </p:nvSpPr>
          <p:spPr>
            <a:xfrm>
              <a:off x="1002962" y="96123"/>
              <a:ext cx="7034052" cy="940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>
              <a:lvl1pPr algn="just" defTabSz="1219318">
                <a:defRPr sz="48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r>
                <a:rPr dirty="0"/>
                <a:t>來賓15秒自我介紹</a:t>
              </a:r>
            </a:p>
          </p:txBody>
        </p:sp>
      </p:grpSp>
      <p:sp>
        <p:nvSpPr>
          <p:cNvPr id="50" name="文字方塊 1">
            <a:extLst>
              <a:ext uri="{FF2B5EF4-FFF2-40B4-BE49-F238E27FC236}">
                <a16:creationId xmlns:a16="http://schemas.microsoft.com/office/drawing/2014/main" xmlns="" id="{AEEAD3CC-BFC0-0C12-9D33-83DA249EE6D9}"/>
              </a:ext>
            </a:extLst>
          </p:cNvPr>
          <p:cNvSpPr txBox="1"/>
          <p:nvPr/>
        </p:nvSpPr>
        <p:spPr>
          <a:xfrm>
            <a:off x="6457086" y="4006870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endParaRPr lang="zh-TW" altLang="en-US" sz="2800" dirty="0"/>
          </a:p>
        </p:txBody>
      </p:sp>
      <p:sp>
        <p:nvSpPr>
          <p:cNvPr id="61" name="文字方塊 1">
            <a:extLst>
              <a:ext uri="{FF2B5EF4-FFF2-40B4-BE49-F238E27FC236}">
                <a16:creationId xmlns:a16="http://schemas.microsoft.com/office/drawing/2014/main" xmlns="" id="{1080D13B-346E-6AA5-BA21-6F5E163775B0}"/>
              </a:ext>
            </a:extLst>
          </p:cNvPr>
          <p:cNvSpPr txBox="1"/>
          <p:nvPr/>
        </p:nvSpPr>
        <p:spPr>
          <a:xfrm>
            <a:off x="6338379" y="2953784"/>
            <a:ext cx="5201674" cy="521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r>
              <a:rPr lang="zh-TW" altLang="en-US" sz="2800" dirty="0"/>
              <a:t>{{SERVICE16}}</a:t>
            </a:r>
            <a:endParaRPr lang="zh-TW" altLang="en-US" sz="2800" dirty="0"/>
          </a:p>
        </p:txBody>
      </p:sp>
      <p:sp>
        <p:nvSpPr>
          <p:cNvPr id="3" name="文字方塊 1">
            <a:extLst>
              <a:ext uri="{FF2B5EF4-FFF2-40B4-BE49-F238E27FC236}">
                <a16:creationId xmlns:a16="http://schemas.microsoft.com/office/drawing/2014/main" xmlns="" id="{879A7CB1-DF92-1475-A893-865DBE704EAE}"/>
              </a:ext>
            </a:extLst>
          </p:cNvPr>
          <p:cNvSpPr txBox="1"/>
          <p:nvPr/>
        </p:nvSpPr>
        <p:spPr>
          <a:xfrm>
            <a:off x="6400319" y="3747445"/>
            <a:ext cx="5467425" cy="829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1219318">
              <a:defRPr sz="3000"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 sz="2600" b="1">
                <a:latin typeface="微軟正黑體"/>
                <a:ea typeface="微軟正黑體"/>
                <a:cs typeface="微軟正黑體"/>
                <a:sym typeface="微軟正黑體"/>
              </a:defRPr>
            </a:pPr>
            <a:r>
              <a:rPr lang="zh-TW" altLang="en-US" sz="2400" dirty="0"/>
              <a:t>{{SEEKING16}}</a:t>
            </a:r>
            <a:endParaRPr lang="zh-TW" altLang="en-US" sz="2400" dirty="0"/>
          </a:p>
        </p:txBody>
      </p:sp>
      <p:sp>
        <p:nvSpPr>
          <p:cNvPr id="916" name="PhotoBox"/>
          <p:cNvSpPr/>
          <p:nvPr/>
        </p:nvSpPr>
        <p:spPr>
          <a:xfrm>
            <a:off x="936972" y="1585307"/>
            <a:ext cx="2101540" cy="3312245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A6221A"/>
            </a:solidFill>
            <a:prstDash val="dash"/>
          </a:ln>
        </p:spPr>
        <p:txBody>
          <a:bodyPr anchor="ctr"/>
          <a:lstStyle/>
          <a:p>
            <a:pPr algn="ctr"/>
            <a:r>
              <a:rPr lang="zh-TW" sz="1500">
                <a:solidFill>
                  <a:srgbClr val="7A6E5A"/>
                </a:solidFill>
              </a:rPr>
              <a:t>請貼上來賓照片</a:t>
            </a:r>
          </a:p>
          <a:p>
            <a:pPr algn="ctr"/>
            <a:r>
              <a:rPr lang="zh-TW" sz="1100">
                <a:solidFill>
                  <a:srgbClr val="7A6E5A"/>
                </a:solidFill>
              </a:rPr>
              <a:t>(下載後自行貼上)</a:t>
            </a:r>
          </a:p>
        </p:txBody>
      </p:sp>
    </p:spTree>
    <p:extLst>
      <p:ext uri="{BB962C8B-B14F-4D97-AF65-F5344CB8AC3E}">
        <p14:creationId xmlns:p14="http://schemas.microsoft.com/office/powerpoint/2010/main" val="3676949798"/>
      </p:ext>
    </p:extLst>
  </p:cSld>
  <p:clrMapOvr>
    <a:masterClrMapping/>
  </p:clrMapOvr>
</p:sld>
</file>

<file path=ppt/slides/slideOP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群組 8"/>
          <p:cNvGrpSpPr/>
          <p:nvPr/>
        </p:nvGrpSpPr>
        <p:grpSpPr>
          <a:xfrm>
            <a:off x="734103" y="154144"/>
            <a:ext cx="10564521" cy="1481981"/>
            <a:chOff x="-159274" y="-2"/>
            <a:chExt cx="10564519" cy="1481979"/>
          </a:xfrm>
        </p:grpSpPr>
        <p:sp>
          <p:nvSpPr>
            <p:cNvPr id="385" name="平行四邊形 9"/>
            <p:cNvSpPr/>
            <p:nvPr/>
          </p:nvSpPr>
          <p:spPr>
            <a:xfrm>
              <a:off x="-159274" y="137823"/>
              <a:ext cx="9359497" cy="13441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776" y="0"/>
                  </a:lnTo>
                  <a:lnTo>
                    <a:pt x="21600" y="0"/>
                  </a:lnTo>
                  <a:lnTo>
                    <a:pt x="20824" y="21600"/>
                  </a:lnTo>
                  <a:close/>
                </a:path>
              </a:pathLst>
            </a:custGeom>
            <a:solidFill>
              <a:srgbClr val="C7C7C7"/>
            </a:solidFill>
            <a:ln w="12700" cap="flat">
              <a:noFill/>
              <a:miter lim="400000"/>
            </a:ln>
            <a:effectLst>
              <a:outerShdw blurRad="76200" dist="38100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08493">
                <a:defRPr sz="2400" b="1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微軟正黑體" panose="020B0604030504040204" pitchFamily="34" charset="-120"/>
                  <a:sym typeface="微軟正黑體" panose="020B0604030504040204" pitchFamily="34" charset="-120"/>
                </a:defRPr>
              </a:pPr>
              <a:endParaRPr/>
            </a:p>
          </p:txBody>
        </p:sp>
        <p:sp>
          <p:nvSpPr>
            <p:cNvPr id="386" name="平行四邊形 10"/>
            <p:cNvSpPr/>
            <p:nvPr/>
          </p:nvSpPr>
          <p:spPr>
            <a:xfrm>
              <a:off x="-2" y="-2"/>
              <a:ext cx="9025009" cy="13441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804" y="0"/>
                  </a:lnTo>
                  <a:lnTo>
                    <a:pt x="21600" y="0"/>
                  </a:lnTo>
                  <a:lnTo>
                    <a:pt x="20796" y="21600"/>
                  </a:lnTo>
                  <a:close/>
                </a:path>
              </a:pathLst>
            </a:custGeom>
            <a:solidFill>
              <a:srgbClr val="CF2031"/>
            </a:solidFill>
            <a:ln w="19050" cap="flat">
              <a:solidFill>
                <a:srgbClr val="F4B9BE">
                  <a:alpha val="83500"/>
                </a:srgbClr>
              </a:solidFill>
              <a:prstDash val="solid"/>
              <a:miter lim="800000"/>
            </a:ln>
            <a:effectLst>
              <a:outerShdw blurRad="76200" dist="38100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08493">
                <a:defRPr sz="2400" b="1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微軟正黑體" panose="020B0604030504040204" pitchFamily="34" charset="-120"/>
                  <a:sym typeface="微軟正黑體" panose="020B0604030504040204" pitchFamily="34" charset="-120"/>
                </a:defRPr>
              </a:pPr>
              <a:endParaRPr/>
            </a:p>
          </p:txBody>
        </p:sp>
        <p:sp>
          <p:nvSpPr>
            <p:cNvPr id="387" name="文字方塊 11"/>
            <p:cNvSpPr txBox="1"/>
            <p:nvPr/>
          </p:nvSpPr>
          <p:spPr>
            <a:xfrm>
              <a:off x="876077" y="96010"/>
              <a:ext cx="7288798" cy="8309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spAutoFit/>
            </a:bodyPr>
            <a:lstStyle>
              <a:lvl1pPr algn="just" defTabSz="1218565">
                <a:defRPr sz="4800" b="1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微軟正黑體" panose="020B0604030504040204" pitchFamily="34" charset="-120"/>
                  <a:sym typeface="微軟正黑體" panose="020B0604030504040204" pitchFamily="34" charset="-120"/>
                </a:defRPr>
              </a:lvl1pPr>
            </a:lstStyle>
            <a:p>
              <a:r>
                <a:rPr dirty="0" err="1"/>
                <a:t>商務交流時間</a:t>
              </a:r>
              <a:endParaRPr dirty="0"/>
            </a:p>
          </p:txBody>
        </p:sp>
        <p:sp>
          <p:nvSpPr>
            <p:cNvPr id="388" name="矩形 12"/>
            <p:cNvSpPr txBox="1"/>
            <p:nvPr/>
          </p:nvSpPr>
          <p:spPr>
            <a:xfrm>
              <a:off x="1087747" y="864097"/>
              <a:ext cx="6865816" cy="3385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spAutoFit/>
            </a:bodyPr>
            <a:lstStyle>
              <a:lvl1pPr algn="just" defTabSz="1218565">
                <a:defRPr sz="1600" b="1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微軟正黑體" panose="020B0604030504040204" pitchFamily="34" charset="-120"/>
                  <a:sym typeface="微軟正黑體" panose="020B0604030504040204" pitchFamily="34" charset="-120"/>
                </a:defRPr>
              </a:lvl1pPr>
            </a:lstStyle>
            <a:p>
              <a:r>
                <a:t>OPEN NETWORKING</a:t>
              </a:r>
            </a:p>
          </p:txBody>
        </p:sp>
        <p:sp>
          <p:nvSpPr>
            <p:cNvPr id="389" name="圓形"/>
            <p:cNvSpPr/>
            <p:nvPr/>
          </p:nvSpPr>
          <p:spPr>
            <a:xfrm>
              <a:off x="9169198" y="54050"/>
              <a:ext cx="1236047" cy="1236050"/>
            </a:xfrm>
            <a:prstGeom prst="ellipse">
              <a:avLst/>
            </a:prstGeom>
            <a:solidFill>
              <a:srgbClr val="CF2031"/>
            </a:solidFill>
            <a:ln w="19050" cap="flat">
              <a:solidFill>
                <a:srgbClr val="E9707C">
                  <a:alpha val="83500"/>
                </a:srgbClr>
              </a:solidFill>
              <a:prstDash val="solid"/>
              <a:miter lim="800000"/>
            </a:ln>
            <a:effectLst>
              <a:outerShdw blurRad="76200" dist="38100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208493">
                <a:defRPr sz="3200" b="1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微軟正黑體" panose="020B0604030504040204" pitchFamily="34" charset="-120"/>
                  <a:sym typeface="微軟正黑體" panose="020B0604030504040204" pitchFamily="34" charset="-120"/>
                </a:defRPr>
              </a:pPr>
              <a:r>
                <a:rPr lang="en-US" altLang="zh-TW" dirty="0"/>
                <a:t>01</a:t>
              </a:r>
              <a:endParaRPr dirty="0"/>
            </a:p>
          </p:txBody>
        </p:sp>
      </p:grpSp>
      <p:sp>
        <p:nvSpPr>
          <p:cNvPr id="393" name="矩形 15"/>
          <p:cNvSpPr txBox="1"/>
          <p:nvPr/>
        </p:nvSpPr>
        <p:spPr>
          <a:xfrm>
            <a:off x="980924" y="1594314"/>
            <a:ext cx="10560689" cy="2482888"/>
          </a:xfrm>
          <a:prstGeom prst="rect">
            <a:avLst/>
          </a:prstGeom>
          <a:ln w="12700">
            <a:miter lim="400000"/>
          </a:ln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TW" sz="1800" b="1">
                <a:solidFill>
                  <a:srgbClr val="2A2420"/>
                </a:solidFill>
              </a:rPr>
              <a:t>{{L1}}</a:t>
            </a:r>
          </a:p>
          <a:p>
            <a:pPr>
              <a:lnSpc>
                <a:spcPct val="130000"/>
              </a:lnSpc>
            </a:pPr>
            <a:r>
              <a:rPr lang="zh-TW" sz="1800" b="1">
                <a:solidFill>
                  <a:srgbClr val="2A2420"/>
                </a:solidFill>
              </a:rPr>
              <a:t>{{L2}}</a:t>
            </a:r>
          </a:p>
          <a:p>
            <a:pPr>
              <a:lnSpc>
                <a:spcPct val="130000"/>
              </a:lnSpc>
            </a:pPr>
            <a:r>
              <a:rPr lang="zh-TW" sz="1800" b="1">
                <a:solidFill>
                  <a:srgbClr val="2A2420"/>
                </a:solidFill>
              </a:rPr>
              <a:t>{{L3}}</a:t>
            </a:r>
          </a:p>
          <a:p>
            <a:pPr>
              <a:lnSpc>
                <a:spcPct val="130000"/>
              </a:lnSpc>
            </a:pPr>
            <a:r>
              <a:rPr lang="zh-TW" sz="1800" b="1">
                <a:solidFill>
                  <a:srgbClr val="2A2420"/>
                </a:solidFill>
              </a:rPr>
              <a:t>{{L4}}</a:t>
            </a:r>
          </a:p>
          <a:p>
            <a:pPr>
              <a:lnSpc>
                <a:spcPct val="130000"/>
              </a:lnSpc>
            </a:pPr>
            <a:r>
              <a:rPr lang="zh-TW" sz="1800" b="1">
                <a:solidFill>
                  <a:srgbClr val="2A2420"/>
                </a:solidFill>
              </a:rPr>
              <a:t>{{L5}}</a:t>
            </a:r>
          </a:p>
          <a:p>
            <a:pPr>
              <a:lnSpc>
                <a:spcPct val="130000"/>
              </a:lnSpc>
            </a:pPr>
            <a:r>
              <a:rPr lang="zh-TW" sz="1800" b="1">
                <a:solidFill>
                  <a:srgbClr val="2A2420"/>
                </a:solidFill>
              </a:rPr>
              <a:t>{{L6}}</a:t>
            </a:r>
          </a:p>
          <a:p>
            <a:pPr>
              <a:lnSpc>
                <a:spcPct val="130000"/>
              </a:lnSpc>
            </a:pPr>
            <a:r>
              <a:rPr lang="zh-TW" sz="1800" b="1">
                <a:solidFill>
                  <a:srgbClr val="2A2420"/>
                </a:solidFill>
              </a:rPr>
              <a:t>{{L7}}</a:t>
            </a:r>
          </a:p>
          <a:p>
            <a:pPr>
              <a:lnSpc>
                <a:spcPct val="130000"/>
              </a:lnSpc>
            </a:pPr>
            <a:r>
              <a:rPr lang="zh-TW" sz="1800" b="1">
                <a:solidFill>
                  <a:srgbClr val="2A2420"/>
                </a:solidFill>
              </a:rPr>
              <a:t>{{L8}}</a:t>
            </a:r>
          </a:p>
          <a:p>
            <a:pPr>
              <a:lnSpc>
                <a:spcPct val="130000"/>
              </a:lnSpc>
            </a:pPr>
            <a:r>
              <a:rPr lang="zh-TW" sz="1800" b="1">
                <a:solidFill>
                  <a:srgbClr val="2A2420"/>
                </a:solidFill>
              </a:rPr>
              <a:t>{{L9}}</a:t>
            </a:r>
          </a:p>
          <a:p>
            <a:pPr>
              <a:lnSpc>
                <a:spcPct val="130000"/>
              </a:lnSpc>
            </a:pPr>
            <a:r>
              <a:rPr lang="zh-TW" sz="1800" b="1">
                <a:solidFill>
                  <a:srgbClr val="2A2420"/>
                </a:solidFill>
              </a:rPr>
              <a:t>{{L10}}</a:t>
            </a:r>
          </a:p>
          <a:p>
            <a:pPr>
              <a:lnSpc>
                <a:spcPct val="130000"/>
              </a:lnSpc>
            </a:pPr>
            <a:r>
              <a:rPr lang="zh-TW" sz="1800" b="1">
                <a:solidFill>
                  <a:srgbClr val="2A2420"/>
                </a:solidFill>
              </a:rPr>
              <a:t>{{L11}}</a:t>
            </a:r>
          </a:p>
          <a:p>
            <a:pPr>
              <a:lnSpc>
                <a:spcPct val="130000"/>
              </a:lnSpc>
            </a:pPr>
            <a:r>
              <a:rPr lang="zh-TW" sz="1800" b="1">
                <a:solidFill>
                  <a:srgbClr val="2A2420"/>
                </a:solidFill>
              </a:rPr>
              <a:t>{{L12}}</a:t>
            </a:r>
          </a:p>
          <a:p>
            <a:pPr>
              <a:lnSpc>
                <a:spcPct val="130000"/>
              </a:lnSpc>
            </a:pPr>
            <a:r>
              <a:rPr lang="zh-TW" sz="1800" b="1">
                <a:solidFill>
                  <a:srgbClr val="2A2420"/>
                </a:solidFill>
              </a:rPr>
              <a:t>{{L13}}</a:t>
            </a:r>
          </a:p>
          <a:p>
            <a:pPr>
              <a:lnSpc>
                <a:spcPct val="130000"/>
              </a:lnSpc>
            </a:pPr>
            <a:r>
              <a:rPr lang="zh-TW" sz="1800" b="1">
                <a:solidFill>
                  <a:srgbClr val="2A2420"/>
                </a:solidFill>
              </a:rPr>
              <a:t>{{L14}}</a:t>
            </a:r>
          </a:p>
          <a:p>
            <a:pPr>
              <a:lnSpc>
                <a:spcPct val="130000"/>
              </a:lnSpc>
            </a:pPr>
            <a:r>
              <a:rPr lang="zh-TW" sz="1800" b="1">
                <a:solidFill>
                  <a:srgbClr val="2A2420"/>
                </a:solidFill>
              </a:rPr>
              <a:t>{{L15}}</a:t>
            </a:r>
          </a:p>
          <a:p>
            <a:pPr>
              <a:lnSpc>
                <a:spcPct val="130000"/>
              </a:lnSpc>
            </a:pPr>
            <a:r>
              <a:rPr lang="zh-TW" sz="1800" b="1">
                <a:solidFill>
                  <a:srgbClr val="2A2420"/>
                </a:solidFill>
              </a:rPr>
              <a:t>{{L16}}</a:t>
            </a:r>
          </a:p>
        </p:txBody>
      </p:sp>
    </p:spTree>
    <p:extLst>
      <p:ext uri="{BB962C8B-B14F-4D97-AF65-F5344CB8AC3E}">
        <p14:creationId xmlns:p14="http://schemas.microsoft.com/office/powerpoint/2010/main" val="10054081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BNI Colors">
      <a:dk1>
        <a:srgbClr val="000000"/>
      </a:dk1>
      <a:lt1>
        <a:srgbClr val="FFFFFF"/>
      </a:lt1>
      <a:dk2>
        <a:srgbClr val="CF2030"/>
      </a:dk2>
      <a:lt2>
        <a:srgbClr val="64666A"/>
      </a:lt2>
      <a:accent1>
        <a:srgbClr val="C8C8C8"/>
      </a:accent1>
      <a:accent2>
        <a:srgbClr val="F3F3F3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NI PPT Template" id="{A506243F-EDFE-42E5-B171-D81643DB863B}" vid="{EE114906-2E5D-4B27-8D3B-83F3043AB910}"/>
    </a:ext>
  </a:extLst>
</a:theme>
</file>

<file path=ppt/theme/theme2.xml><?xml version="1.0" encoding="utf-8"?>
<a:theme xmlns:a="http://schemas.openxmlformats.org/drawingml/2006/main" name="2_Office Theme">
  <a:themeElements>
    <a:clrScheme name="Custom 1">
      <a:dk1>
        <a:sysClr val="windowText" lastClr="000000"/>
      </a:dk1>
      <a:lt1>
        <a:sysClr val="window" lastClr="FFFFFF"/>
      </a:lt1>
      <a:dk2>
        <a:srgbClr val="CF2030"/>
      </a:dk2>
      <a:lt2>
        <a:srgbClr val="E8E8E8"/>
      </a:lt2>
      <a:accent1>
        <a:srgbClr val="CF2030"/>
      </a:accent1>
      <a:accent2>
        <a:srgbClr val="64666A"/>
      </a:accent2>
      <a:accent3>
        <a:srgbClr val="C8C8C8"/>
      </a:accent3>
      <a:accent4>
        <a:srgbClr val="F2F2F2"/>
      </a:accent4>
      <a:accent5>
        <a:srgbClr val="FFFFFF"/>
      </a:accent5>
      <a:accent6>
        <a:srgbClr val="000000"/>
      </a:accent6>
      <a:hlink>
        <a:srgbClr val="467886"/>
      </a:hlink>
      <a:folHlink>
        <a:srgbClr val="96607D"/>
      </a:folHlink>
    </a:clrScheme>
    <a:fontScheme name="Custom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4" id="{7EF8D6F7-0D25-4D1A-9C78-07C763272238}" vid="{E5042FCB-73B8-4351-8081-74BA77B9B83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1220</TotalTime>
  <Words>139</Words>
  <Application>Microsoft Office PowerPoint</Application>
  <PresentationFormat>寬螢幕</PresentationFormat>
  <Paragraphs>67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3</vt:i4>
      </vt:variant>
    </vt:vector>
  </HeadingPairs>
  <TitlesOfParts>
    <vt:vector size="11" baseType="lpstr">
      <vt:lpstr>Aptos</vt:lpstr>
      <vt:lpstr>微軟正黑體</vt:lpstr>
      <vt:lpstr>微軟正黑體</vt:lpstr>
      <vt:lpstr>新細明體</vt:lpstr>
      <vt:lpstr>Arial</vt:lpstr>
      <vt:lpstr>Helvetica</vt:lpstr>
      <vt:lpstr>Custom Design</vt:lpstr>
      <vt:lpstr>2_Office Theme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Bethany Rippy</dc:creator>
  <cp:lastModifiedBy>hp</cp:lastModifiedBy>
  <cp:revision>66</cp:revision>
  <dcterms:created xsi:type="dcterms:W3CDTF">2024-11-21T19:54:09Z</dcterms:created>
  <dcterms:modified xsi:type="dcterms:W3CDTF">2026-07-28T14:41:24Z</dcterms:modified>
</cp:coreProperties>
</file>